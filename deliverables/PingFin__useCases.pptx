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410" r:id="rId5"/>
    <p:sldId id="383" r:id="rId6"/>
    <p:sldId id="419" r:id="rId7"/>
    <p:sldId id="411" r:id="rId8"/>
    <p:sldId id="412" r:id="rId9"/>
    <p:sldId id="413" r:id="rId10"/>
    <p:sldId id="414" r:id="rId11"/>
    <p:sldId id="415" r:id="rId12"/>
    <p:sldId id="416" r:id="rId13"/>
    <p:sldId id="417" r:id="rId14"/>
    <p:sldId id="418" r:id="rId15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9A1A8-1227-4710-9B55-FBB878A0C589}" v="13" dt="2026-04-27T09:41:37.819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7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mine Maalmi" userId="5e44513b-627d-4ddd-8b41-d2b31c9c2b2f" providerId="ADAL" clId="{6BDCED19-D70D-4585-A190-F186B1653BAE}"/>
    <pc:docChg chg="undo custSel addSld delSld modSld">
      <pc:chgData name="Yamine Maalmi" userId="5e44513b-627d-4ddd-8b41-d2b31c9c2b2f" providerId="ADAL" clId="{6BDCED19-D70D-4585-A190-F186B1653BAE}" dt="2026-04-27T09:55:39.033" v="396" actId="20577"/>
      <pc:docMkLst>
        <pc:docMk/>
      </pc:docMkLst>
      <pc:sldChg chg="modSp mod">
        <pc:chgData name="Yamine Maalmi" userId="5e44513b-627d-4ddd-8b41-d2b31c9c2b2f" providerId="ADAL" clId="{6BDCED19-D70D-4585-A190-F186B1653BAE}" dt="2026-04-27T09:53:11.480" v="336" actId="20577"/>
        <pc:sldMkLst>
          <pc:docMk/>
          <pc:sldMk cId="3346685798" sldId="383"/>
        </pc:sldMkLst>
        <pc:spChg chg="mod">
          <ac:chgData name="Yamine Maalmi" userId="5e44513b-627d-4ddd-8b41-d2b31c9c2b2f" providerId="ADAL" clId="{6BDCED19-D70D-4585-A190-F186B1653BAE}" dt="2026-04-27T09:53:11.480" v="336" actId="20577"/>
          <ac:spMkLst>
            <pc:docMk/>
            <pc:sldMk cId="3346685798" sldId="383"/>
            <ac:spMk id="3" creationId="{3B8EBC2C-6DD7-5003-38EB-40753046FE8C}"/>
          </ac:spMkLst>
        </pc:spChg>
      </pc:sldChg>
      <pc:sldChg chg="modSp mod">
        <pc:chgData name="Yamine Maalmi" userId="5e44513b-627d-4ddd-8b41-d2b31c9c2b2f" providerId="ADAL" clId="{6BDCED19-D70D-4585-A190-F186B1653BAE}" dt="2026-04-27T09:54:52.230" v="370" actId="20577"/>
        <pc:sldMkLst>
          <pc:docMk/>
          <pc:sldMk cId="3390304222" sldId="410"/>
        </pc:sldMkLst>
        <pc:spChg chg="mod">
          <ac:chgData name="Yamine Maalmi" userId="5e44513b-627d-4ddd-8b41-d2b31c9c2b2f" providerId="ADAL" clId="{6BDCED19-D70D-4585-A190-F186B1653BAE}" dt="2026-04-27T09:54:52.230" v="370" actId="20577"/>
          <ac:spMkLst>
            <pc:docMk/>
            <pc:sldMk cId="3390304222" sldId="410"/>
            <ac:spMk id="2" creationId="{7AB1D9D6-2977-ABCD-FDF8-51AFA5064E54}"/>
          </ac:spMkLst>
        </pc:spChg>
      </pc:sldChg>
      <pc:sldChg chg="addSp mod">
        <pc:chgData name="Yamine Maalmi" userId="5e44513b-627d-4ddd-8b41-d2b31c9c2b2f" providerId="ADAL" clId="{6BDCED19-D70D-4585-A190-F186B1653BAE}" dt="2026-04-27T09:02:45.763" v="32" actId="9405"/>
        <pc:sldMkLst>
          <pc:docMk/>
          <pc:sldMk cId="3942493763" sldId="411"/>
        </pc:sldMkLst>
        <pc:inkChg chg="add">
          <ac:chgData name="Yamine Maalmi" userId="5e44513b-627d-4ddd-8b41-d2b31c9c2b2f" providerId="ADAL" clId="{6BDCED19-D70D-4585-A190-F186B1653BAE}" dt="2026-04-27T09:02:43.064" v="30" actId="9405"/>
          <ac:inkMkLst>
            <pc:docMk/>
            <pc:sldMk cId="3942493763" sldId="411"/>
            <ac:inkMk id="12" creationId="{6AEC0664-E9B9-9676-DA5F-F1A4AAF87D96}"/>
          </ac:inkMkLst>
        </pc:inkChg>
        <pc:inkChg chg="add">
          <ac:chgData name="Yamine Maalmi" userId="5e44513b-627d-4ddd-8b41-d2b31c9c2b2f" providerId="ADAL" clId="{6BDCED19-D70D-4585-A190-F186B1653BAE}" dt="2026-04-27T09:02:44.914" v="31" actId="9405"/>
          <ac:inkMkLst>
            <pc:docMk/>
            <pc:sldMk cId="3942493763" sldId="411"/>
            <ac:inkMk id="13" creationId="{64F0C3FB-96EA-FA8E-6289-7DE363C2DFBD}"/>
          </ac:inkMkLst>
        </pc:inkChg>
        <pc:inkChg chg="add">
          <ac:chgData name="Yamine Maalmi" userId="5e44513b-627d-4ddd-8b41-d2b31c9c2b2f" providerId="ADAL" clId="{6BDCED19-D70D-4585-A190-F186B1653BAE}" dt="2026-04-27T09:02:45.763" v="32" actId="9405"/>
          <ac:inkMkLst>
            <pc:docMk/>
            <pc:sldMk cId="3942493763" sldId="411"/>
            <ac:inkMk id="14" creationId="{C23C4FC0-F9B5-9783-4EEC-9E446FA97C93}"/>
          </ac:inkMkLst>
        </pc:inkChg>
      </pc:sldChg>
      <pc:sldChg chg="addSp delSp mod">
        <pc:chgData name="Yamine Maalmi" userId="5e44513b-627d-4ddd-8b41-d2b31c9c2b2f" providerId="ADAL" clId="{6BDCED19-D70D-4585-A190-F186B1653BAE}" dt="2026-04-27T09:02:35.589" v="29" actId="9405"/>
        <pc:sldMkLst>
          <pc:docMk/>
          <pc:sldMk cId="3124799292" sldId="412"/>
        </pc:sldMkLst>
        <pc:inkChg chg="add del">
          <ac:chgData name="Yamine Maalmi" userId="5e44513b-627d-4ddd-8b41-d2b31c9c2b2f" providerId="ADAL" clId="{6BDCED19-D70D-4585-A190-F186B1653BAE}" dt="2026-04-27T09:02:16.127" v="19" actId="9405"/>
          <ac:inkMkLst>
            <pc:docMk/>
            <pc:sldMk cId="3124799292" sldId="412"/>
            <ac:inkMk id="2" creationId="{26961D99-A284-A3D5-189E-8F1CDE2E2C87}"/>
          </ac:inkMkLst>
        </pc:inkChg>
        <pc:inkChg chg="add del">
          <ac:chgData name="Yamine Maalmi" userId="5e44513b-627d-4ddd-8b41-d2b31c9c2b2f" providerId="ADAL" clId="{6BDCED19-D70D-4585-A190-F186B1653BAE}" dt="2026-04-27T09:02:18.963" v="21" actId="9405"/>
          <ac:inkMkLst>
            <pc:docMk/>
            <pc:sldMk cId="3124799292" sldId="412"/>
            <ac:inkMk id="3" creationId="{74A9A1BE-7F1D-3FD2-7FDF-F8087D2D5772}"/>
          </ac:inkMkLst>
        </pc:inkChg>
        <pc:inkChg chg="add">
          <ac:chgData name="Yamine Maalmi" userId="5e44513b-627d-4ddd-8b41-d2b31c9c2b2f" providerId="ADAL" clId="{6BDCED19-D70D-4585-A190-F186B1653BAE}" dt="2026-04-27T09:02:21.163" v="22" actId="9405"/>
          <ac:inkMkLst>
            <pc:docMk/>
            <pc:sldMk cId="3124799292" sldId="412"/>
            <ac:inkMk id="4" creationId="{0249ADE4-7BD2-FDA7-001C-62D4191BDEDB}"/>
          </ac:inkMkLst>
        </pc:inkChg>
        <pc:inkChg chg="add">
          <ac:chgData name="Yamine Maalmi" userId="5e44513b-627d-4ddd-8b41-d2b31c9c2b2f" providerId="ADAL" clId="{6BDCED19-D70D-4585-A190-F186B1653BAE}" dt="2026-04-27T09:02:23.001" v="23" actId="9405"/>
          <ac:inkMkLst>
            <pc:docMk/>
            <pc:sldMk cId="3124799292" sldId="412"/>
            <ac:inkMk id="5" creationId="{5E6EFC81-EF4A-3B78-953D-A0B2A793C43E}"/>
          </ac:inkMkLst>
        </pc:inkChg>
        <pc:inkChg chg="add">
          <ac:chgData name="Yamine Maalmi" userId="5e44513b-627d-4ddd-8b41-d2b31c9c2b2f" providerId="ADAL" clId="{6BDCED19-D70D-4585-A190-F186B1653BAE}" dt="2026-04-27T09:02:25.351" v="24" actId="9405"/>
          <ac:inkMkLst>
            <pc:docMk/>
            <pc:sldMk cId="3124799292" sldId="412"/>
            <ac:inkMk id="6" creationId="{C903B8C2-A123-4B45-F74D-FB4B3611ED93}"/>
          </ac:inkMkLst>
        </pc:inkChg>
        <pc:inkChg chg="add">
          <ac:chgData name="Yamine Maalmi" userId="5e44513b-627d-4ddd-8b41-d2b31c9c2b2f" providerId="ADAL" clId="{6BDCED19-D70D-4585-A190-F186B1653BAE}" dt="2026-04-27T09:02:28.974" v="25" actId="9405"/>
          <ac:inkMkLst>
            <pc:docMk/>
            <pc:sldMk cId="3124799292" sldId="412"/>
            <ac:inkMk id="8" creationId="{09E1A5DD-CA49-8EA9-DACB-3A775EF74E28}"/>
          </ac:inkMkLst>
        </pc:inkChg>
        <pc:inkChg chg="add">
          <ac:chgData name="Yamine Maalmi" userId="5e44513b-627d-4ddd-8b41-d2b31c9c2b2f" providerId="ADAL" clId="{6BDCED19-D70D-4585-A190-F186B1653BAE}" dt="2026-04-27T09:02:30.218" v="26" actId="9405"/>
          <ac:inkMkLst>
            <pc:docMk/>
            <pc:sldMk cId="3124799292" sldId="412"/>
            <ac:inkMk id="9" creationId="{4F0BD70B-751C-F6FA-F60D-838080DD2234}"/>
          </ac:inkMkLst>
        </pc:inkChg>
        <pc:inkChg chg="add del">
          <ac:chgData name="Yamine Maalmi" userId="5e44513b-627d-4ddd-8b41-d2b31c9c2b2f" providerId="ADAL" clId="{6BDCED19-D70D-4585-A190-F186B1653BAE}" dt="2026-04-27T09:02:33.319" v="28" actId="9405"/>
          <ac:inkMkLst>
            <pc:docMk/>
            <pc:sldMk cId="3124799292" sldId="412"/>
            <ac:inkMk id="10" creationId="{D4FDBD4D-EDF0-D408-3635-A3A6DA7CA98A}"/>
          </ac:inkMkLst>
        </pc:inkChg>
        <pc:inkChg chg="add">
          <ac:chgData name="Yamine Maalmi" userId="5e44513b-627d-4ddd-8b41-d2b31c9c2b2f" providerId="ADAL" clId="{6BDCED19-D70D-4585-A190-F186B1653BAE}" dt="2026-04-27T09:02:35.589" v="29" actId="9405"/>
          <ac:inkMkLst>
            <pc:docMk/>
            <pc:sldMk cId="3124799292" sldId="412"/>
            <ac:inkMk id="11" creationId="{E6CBC535-1AE2-C3E1-6460-D75038C4B9C7}"/>
          </ac:inkMkLst>
        </pc:inkChg>
      </pc:sldChg>
      <pc:sldChg chg="addSp delSp mod">
        <pc:chgData name="Yamine Maalmi" userId="5e44513b-627d-4ddd-8b41-d2b31c9c2b2f" providerId="ADAL" clId="{6BDCED19-D70D-4585-A190-F186B1653BAE}" dt="2026-04-27T09:07:10.105" v="83" actId="9405"/>
        <pc:sldMkLst>
          <pc:docMk/>
          <pc:sldMk cId="2424722630" sldId="413"/>
        </pc:sldMkLst>
        <pc:inkChg chg="add del">
          <ac:chgData name="Yamine Maalmi" userId="5e44513b-627d-4ddd-8b41-d2b31c9c2b2f" providerId="ADAL" clId="{6BDCED19-D70D-4585-A190-F186B1653BAE}" dt="2026-04-27T09:03:35.417" v="34" actId="9405"/>
          <ac:inkMkLst>
            <pc:docMk/>
            <pc:sldMk cId="2424722630" sldId="413"/>
            <ac:inkMk id="2" creationId="{B79B5057-20C0-E48E-5C2E-735BF0BA3F09}"/>
          </ac:inkMkLst>
        </pc:inkChg>
        <pc:inkChg chg="add del">
          <ac:chgData name="Yamine Maalmi" userId="5e44513b-627d-4ddd-8b41-d2b31c9c2b2f" providerId="ADAL" clId="{6BDCED19-D70D-4585-A190-F186B1653BAE}" dt="2026-04-27T09:03:41.784" v="38" actId="9405"/>
          <ac:inkMkLst>
            <pc:docMk/>
            <pc:sldMk cId="2424722630" sldId="413"/>
            <ac:inkMk id="3" creationId="{C6A93839-F61D-CA9A-75C1-7DC5ED9E187D}"/>
          </ac:inkMkLst>
        </pc:inkChg>
        <pc:inkChg chg="add del">
          <ac:chgData name="Yamine Maalmi" userId="5e44513b-627d-4ddd-8b41-d2b31c9c2b2f" providerId="ADAL" clId="{6BDCED19-D70D-4585-A190-F186B1653BAE}" dt="2026-04-27T09:03:40.622" v="37" actId="9405"/>
          <ac:inkMkLst>
            <pc:docMk/>
            <pc:sldMk cId="2424722630" sldId="413"/>
            <ac:inkMk id="4" creationId="{B859379C-3792-5F5D-309F-BEF2044E1A0D}"/>
          </ac:inkMkLst>
        </pc:inkChg>
        <pc:inkChg chg="add">
          <ac:chgData name="Yamine Maalmi" userId="5e44513b-627d-4ddd-8b41-d2b31c9c2b2f" providerId="ADAL" clId="{6BDCED19-D70D-4585-A190-F186B1653BAE}" dt="2026-04-27T09:03:51.349" v="39" actId="9405"/>
          <ac:inkMkLst>
            <pc:docMk/>
            <pc:sldMk cId="2424722630" sldId="413"/>
            <ac:inkMk id="5" creationId="{28B3E4FF-2721-D6BA-9CC2-427DA31C3CCE}"/>
          </ac:inkMkLst>
        </pc:inkChg>
        <pc:inkChg chg="add">
          <ac:chgData name="Yamine Maalmi" userId="5e44513b-627d-4ddd-8b41-d2b31c9c2b2f" providerId="ADAL" clId="{6BDCED19-D70D-4585-A190-F186B1653BAE}" dt="2026-04-27T09:06:50.196" v="78" actId="9405"/>
          <ac:inkMkLst>
            <pc:docMk/>
            <pc:sldMk cId="2424722630" sldId="413"/>
            <ac:inkMk id="6" creationId="{529F9858-8373-3468-D97F-D82399A9569B}"/>
          </ac:inkMkLst>
        </pc:inkChg>
        <pc:inkChg chg="add">
          <ac:chgData name="Yamine Maalmi" userId="5e44513b-627d-4ddd-8b41-d2b31c9c2b2f" providerId="ADAL" clId="{6BDCED19-D70D-4585-A190-F186B1653BAE}" dt="2026-04-27T09:07:01.516" v="79" actId="9405"/>
          <ac:inkMkLst>
            <pc:docMk/>
            <pc:sldMk cId="2424722630" sldId="413"/>
            <ac:inkMk id="8" creationId="{89E95BEF-8EC3-D6A4-8970-7E39E34C115B}"/>
          </ac:inkMkLst>
        </pc:inkChg>
        <pc:inkChg chg="add">
          <ac:chgData name="Yamine Maalmi" userId="5e44513b-627d-4ddd-8b41-d2b31c9c2b2f" providerId="ADAL" clId="{6BDCED19-D70D-4585-A190-F186B1653BAE}" dt="2026-04-27T09:07:03.791" v="80" actId="9405"/>
          <ac:inkMkLst>
            <pc:docMk/>
            <pc:sldMk cId="2424722630" sldId="413"/>
            <ac:inkMk id="9" creationId="{0D813D04-1282-B331-008F-87AA276D187D}"/>
          </ac:inkMkLst>
        </pc:inkChg>
        <pc:inkChg chg="add del">
          <ac:chgData name="Yamine Maalmi" userId="5e44513b-627d-4ddd-8b41-d2b31c9c2b2f" providerId="ADAL" clId="{6BDCED19-D70D-4585-A190-F186B1653BAE}" dt="2026-04-27T09:07:07.874" v="82" actId="9405"/>
          <ac:inkMkLst>
            <pc:docMk/>
            <pc:sldMk cId="2424722630" sldId="413"/>
            <ac:inkMk id="10" creationId="{00F57BCF-FD42-F83E-5206-322C2341C0EE}"/>
          </ac:inkMkLst>
        </pc:inkChg>
        <pc:inkChg chg="add">
          <ac:chgData name="Yamine Maalmi" userId="5e44513b-627d-4ddd-8b41-d2b31c9c2b2f" providerId="ADAL" clId="{6BDCED19-D70D-4585-A190-F186B1653BAE}" dt="2026-04-27T09:07:10.105" v="83" actId="9405"/>
          <ac:inkMkLst>
            <pc:docMk/>
            <pc:sldMk cId="2424722630" sldId="413"/>
            <ac:inkMk id="11" creationId="{913A0AD8-C1E8-8260-CCA8-B7BA262DB74B}"/>
          </ac:inkMkLst>
        </pc:inkChg>
      </pc:sldChg>
      <pc:sldChg chg="addSp delSp modSp mod">
        <pc:chgData name="Yamine Maalmi" userId="5e44513b-627d-4ddd-8b41-d2b31c9c2b2f" providerId="ADAL" clId="{6BDCED19-D70D-4585-A190-F186B1653BAE}" dt="2026-04-27T09:05:26.512" v="54"/>
        <pc:sldMkLst>
          <pc:docMk/>
          <pc:sldMk cId="2055562038" sldId="414"/>
        </pc:sldMkLst>
        <pc:inkChg chg="add">
          <ac:chgData name="Yamine Maalmi" userId="5e44513b-627d-4ddd-8b41-d2b31c9c2b2f" providerId="ADAL" clId="{6BDCED19-D70D-4585-A190-F186B1653BAE}" dt="2026-04-27T09:04:53.358" v="40" actId="9405"/>
          <ac:inkMkLst>
            <pc:docMk/>
            <pc:sldMk cId="2055562038" sldId="414"/>
            <ac:inkMk id="2" creationId="{FAE39B30-D1F4-8AF1-5142-084DB4B7C316}"/>
          </ac:inkMkLst>
        </pc:inkChg>
        <pc:inkChg chg="add">
          <ac:chgData name="Yamine Maalmi" userId="5e44513b-627d-4ddd-8b41-d2b31c9c2b2f" providerId="ADAL" clId="{6BDCED19-D70D-4585-A190-F186B1653BAE}" dt="2026-04-27T09:04:55.154" v="41" actId="9405"/>
          <ac:inkMkLst>
            <pc:docMk/>
            <pc:sldMk cId="2055562038" sldId="414"/>
            <ac:inkMk id="3" creationId="{6048B9AA-5A53-26F5-E7ED-39669C799A6B}"/>
          </ac:inkMkLst>
        </pc:inkChg>
        <pc:inkChg chg="add">
          <ac:chgData name="Yamine Maalmi" userId="5e44513b-627d-4ddd-8b41-d2b31c9c2b2f" providerId="ADAL" clId="{6BDCED19-D70D-4585-A190-F186B1653BAE}" dt="2026-04-27T09:04:58.049" v="42" actId="9405"/>
          <ac:inkMkLst>
            <pc:docMk/>
            <pc:sldMk cId="2055562038" sldId="414"/>
            <ac:inkMk id="4" creationId="{0A457D0B-760E-8E65-2D98-DD143B2A3292}"/>
          </ac:inkMkLst>
        </pc:inkChg>
        <pc:inkChg chg="add">
          <ac:chgData name="Yamine Maalmi" userId="5e44513b-627d-4ddd-8b41-d2b31c9c2b2f" providerId="ADAL" clId="{6BDCED19-D70D-4585-A190-F186B1653BAE}" dt="2026-04-27T09:05:01.136" v="43" actId="9405"/>
          <ac:inkMkLst>
            <pc:docMk/>
            <pc:sldMk cId="2055562038" sldId="414"/>
            <ac:inkMk id="5" creationId="{EC9008DC-967B-7BC2-BB65-278A30CBA612}"/>
          </ac:inkMkLst>
        </pc:inkChg>
        <pc:inkChg chg="add">
          <ac:chgData name="Yamine Maalmi" userId="5e44513b-627d-4ddd-8b41-d2b31c9c2b2f" providerId="ADAL" clId="{6BDCED19-D70D-4585-A190-F186B1653BAE}" dt="2026-04-27T09:05:04.040" v="44" actId="9405"/>
          <ac:inkMkLst>
            <pc:docMk/>
            <pc:sldMk cId="2055562038" sldId="414"/>
            <ac:inkMk id="6" creationId="{09CC8B36-7B13-AB44-0A7A-0F871D2F3523}"/>
          </ac:inkMkLst>
        </pc:inkChg>
        <pc:inkChg chg="add del">
          <ac:chgData name="Yamine Maalmi" userId="5e44513b-627d-4ddd-8b41-d2b31c9c2b2f" providerId="ADAL" clId="{6BDCED19-D70D-4585-A190-F186B1653BAE}" dt="2026-04-27T09:05:10.084" v="46" actId="9405"/>
          <ac:inkMkLst>
            <pc:docMk/>
            <pc:sldMk cId="2055562038" sldId="414"/>
            <ac:inkMk id="8" creationId="{F84AF987-067B-1EDC-255C-7B7CE9DC2AED}"/>
          </ac:inkMkLst>
        </pc:inkChg>
        <pc:inkChg chg="add">
          <ac:chgData name="Yamine Maalmi" userId="5e44513b-627d-4ddd-8b41-d2b31c9c2b2f" providerId="ADAL" clId="{6BDCED19-D70D-4585-A190-F186B1653BAE}" dt="2026-04-27T09:05:11.819" v="47" actId="9405"/>
          <ac:inkMkLst>
            <pc:docMk/>
            <pc:sldMk cId="2055562038" sldId="414"/>
            <ac:inkMk id="9" creationId="{100D2039-B096-ED7B-D3C1-26A91226142B}"/>
          </ac:inkMkLst>
        </pc:inkChg>
        <pc:inkChg chg="add">
          <ac:chgData name="Yamine Maalmi" userId="5e44513b-627d-4ddd-8b41-d2b31c9c2b2f" providerId="ADAL" clId="{6BDCED19-D70D-4585-A190-F186B1653BAE}" dt="2026-04-27T09:05:15.101" v="48" actId="9405"/>
          <ac:inkMkLst>
            <pc:docMk/>
            <pc:sldMk cId="2055562038" sldId="414"/>
            <ac:inkMk id="10" creationId="{B85D5F7D-1CC0-3DF2-B46D-9254E71561D7}"/>
          </ac:inkMkLst>
        </pc:inkChg>
        <pc:inkChg chg="add">
          <ac:chgData name="Yamine Maalmi" userId="5e44513b-627d-4ddd-8b41-d2b31c9c2b2f" providerId="ADAL" clId="{6BDCED19-D70D-4585-A190-F186B1653BAE}" dt="2026-04-27T09:05:19.976" v="49" actId="9405"/>
          <ac:inkMkLst>
            <pc:docMk/>
            <pc:sldMk cId="2055562038" sldId="414"/>
            <ac:inkMk id="11" creationId="{1B6192C0-1FC0-8D29-35BE-CF74F3772273}"/>
          </ac:inkMkLst>
        </pc:inkChg>
        <pc:inkChg chg="add del">
          <ac:chgData name="Yamine Maalmi" userId="5e44513b-627d-4ddd-8b41-d2b31c9c2b2f" providerId="ADAL" clId="{6BDCED19-D70D-4585-A190-F186B1653BAE}" dt="2026-04-27T09:05:24.265" v="51" actId="9405"/>
          <ac:inkMkLst>
            <pc:docMk/>
            <pc:sldMk cId="2055562038" sldId="414"/>
            <ac:inkMk id="12" creationId="{A26CD59B-42AC-4F6C-08F7-28CDC82289AF}"/>
          </ac:inkMkLst>
        </pc:inkChg>
        <pc:inkChg chg="add del">
          <ac:chgData name="Yamine Maalmi" userId="5e44513b-627d-4ddd-8b41-d2b31c9c2b2f" providerId="ADAL" clId="{6BDCED19-D70D-4585-A190-F186B1653BAE}" dt="2026-04-27T09:05:26.144" v="53"/>
          <ac:inkMkLst>
            <pc:docMk/>
            <pc:sldMk cId="2055562038" sldId="414"/>
            <ac:inkMk id="13" creationId="{6CE36E39-9D5D-C7B8-C1F6-D915FDA82000}"/>
          </ac:inkMkLst>
        </pc:inkChg>
        <pc:inkChg chg="add mod">
          <ac:chgData name="Yamine Maalmi" userId="5e44513b-627d-4ddd-8b41-d2b31c9c2b2f" providerId="ADAL" clId="{6BDCED19-D70D-4585-A190-F186B1653BAE}" dt="2026-04-27T09:05:26.512" v="54"/>
          <ac:inkMkLst>
            <pc:docMk/>
            <pc:sldMk cId="2055562038" sldId="414"/>
            <ac:inkMk id="14" creationId="{543DFF6B-58E5-349A-19B7-3A3ACC2725B0}"/>
          </ac:inkMkLst>
        </pc:inkChg>
      </pc:sldChg>
      <pc:sldChg chg="addSp delSp mod">
        <pc:chgData name="Yamine Maalmi" userId="5e44513b-627d-4ddd-8b41-d2b31c9c2b2f" providerId="ADAL" clId="{6BDCED19-D70D-4585-A190-F186B1653BAE}" dt="2026-04-27T09:06:37.296" v="77" actId="9405"/>
        <pc:sldMkLst>
          <pc:docMk/>
          <pc:sldMk cId="22016249" sldId="415"/>
        </pc:sldMkLst>
        <pc:inkChg chg="add del">
          <ac:chgData name="Yamine Maalmi" userId="5e44513b-627d-4ddd-8b41-d2b31c9c2b2f" providerId="ADAL" clId="{6BDCED19-D70D-4585-A190-F186B1653BAE}" dt="2026-04-27T09:05:35.193" v="56" actId="9405"/>
          <ac:inkMkLst>
            <pc:docMk/>
            <pc:sldMk cId="22016249" sldId="415"/>
            <ac:inkMk id="2" creationId="{86C4D96E-BC21-C008-21E5-9EDCFC51E284}"/>
          </ac:inkMkLst>
        </pc:inkChg>
        <pc:inkChg chg="add">
          <ac:chgData name="Yamine Maalmi" userId="5e44513b-627d-4ddd-8b41-d2b31c9c2b2f" providerId="ADAL" clId="{6BDCED19-D70D-4585-A190-F186B1653BAE}" dt="2026-04-27T09:05:38.511" v="57" actId="9405"/>
          <ac:inkMkLst>
            <pc:docMk/>
            <pc:sldMk cId="22016249" sldId="415"/>
            <ac:inkMk id="3" creationId="{DBADDFE2-1B91-A01B-582E-195DA5EBBEA6}"/>
          </ac:inkMkLst>
        </pc:inkChg>
        <pc:inkChg chg="add">
          <ac:chgData name="Yamine Maalmi" userId="5e44513b-627d-4ddd-8b41-d2b31c9c2b2f" providerId="ADAL" clId="{6BDCED19-D70D-4585-A190-F186B1653BAE}" dt="2026-04-27T09:05:43.631" v="58" actId="9405"/>
          <ac:inkMkLst>
            <pc:docMk/>
            <pc:sldMk cId="22016249" sldId="415"/>
            <ac:inkMk id="4" creationId="{54A6BEC0-2314-8B88-8D61-0977C11357B6}"/>
          </ac:inkMkLst>
        </pc:inkChg>
        <pc:inkChg chg="add">
          <ac:chgData name="Yamine Maalmi" userId="5e44513b-627d-4ddd-8b41-d2b31c9c2b2f" providerId="ADAL" clId="{6BDCED19-D70D-4585-A190-F186B1653BAE}" dt="2026-04-27T09:05:47.388" v="59" actId="9405"/>
          <ac:inkMkLst>
            <pc:docMk/>
            <pc:sldMk cId="22016249" sldId="415"/>
            <ac:inkMk id="5" creationId="{4492F072-5DF4-36C3-EEB2-AEA65B390688}"/>
          </ac:inkMkLst>
        </pc:inkChg>
        <pc:inkChg chg="add">
          <ac:chgData name="Yamine Maalmi" userId="5e44513b-627d-4ddd-8b41-d2b31c9c2b2f" providerId="ADAL" clId="{6BDCED19-D70D-4585-A190-F186B1653BAE}" dt="2026-04-27T09:05:50.689" v="60" actId="9405"/>
          <ac:inkMkLst>
            <pc:docMk/>
            <pc:sldMk cId="22016249" sldId="415"/>
            <ac:inkMk id="6" creationId="{E02819BB-335B-8A1C-5A51-FE5AE66092EB}"/>
          </ac:inkMkLst>
        </pc:inkChg>
        <pc:inkChg chg="add">
          <ac:chgData name="Yamine Maalmi" userId="5e44513b-627d-4ddd-8b41-d2b31c9c2b2f" providerId="ADAL" clId="{6BDCED19-D70D-4585-A190-F186B1653BAE}" dt="2026-04-27T09:05:54.047" v="61" actId="9405"/>
          <ac:inkMkLst>
            <pc:docMk/>
            <pc:sldMk cId="22016249" sldId="415"/>
            <ac:inkMk id="8" creationId="{1617551C-2DDF-97E6-9476-2DFFF7432D2A}"/>
          </ac:inkMkLst>
        </pc:inkChg>
        <pc:inkChg chg="add del">
          <ac:chgData name="Yamine Maalmi" userId="5e44513b-627d-4ddd-8b41-d2b31c9c2b2f" providerId="ADAL" clId="{6BDCED19-D70D-4585-A190-F186B1653BAE}" dt="2026-04-27T09:05:58.334" v="63" actId="9405"/>
          <ac:inkMkLst>
            <pc:docMk/>
            <pc:sldMk cId="22016249" sldId="415"/>
            <ac:inkMk id="9" creationId="{098B31D3-50AB-DFDB-D904-6B88FC301506}"/>
          </ac:inkMkLst>
        </pc:inkChg>
        <pc:inkChg chg="add">
          <ac:chgData name="Yamine Maalmi" userId="5e44513b-627d-4ddd-8b41-d2b31c9c2b2f" providerId="ADAL" clId="{6BDCED19-D70D-4585-A190-F186B1653BAE}" dt="2026-04-27T09:05:59.463" v="64" actId="9405"/>
          <ac:inkMkLst>
            <pc:docMk/>
            <pc:sldMk cId="22016249" sldId="415"/>
            <ac:inkMk id="10" creationId="{9C0C5D70-7195-07E7-3866-9B8E1C00A39E}"/>
          </ac:inkMkLst>
        </pc:inkChg>
        <pc:inkChg chg="add">
          <ac:chgData name="Yamine Maalmi" userId="5e44513b-627d-4ddd-8b41-d2b31c9c2b2f" providerId="ADAL" clId="{6BDCED19-D70D-4585-A190-F186B1653BAE}" dt="2026-04-27T09:06:00.708" v="65" actId="9405"/>
          <ac:inkMkLst>
            <pc:docMk/>
            <pc:sldMk cId="22016249" sldId="415"/>
            <ac:inkMk id="11" creationId="{71ABB33A-CA25-1CD7-7ABE-AC49A2940370}"/>
          </ac:inkMkLst>
        </pc:inkChg>
        <pc:inkChg chg="add">
          <ac:chgData name="Yamine Maalmi" userId="5e44513b-627d-4ddd-8b41-d2b31c9c2b2f" providerId="ADAL" clId="{6BDCED19-D70D-4585-A190-F186B1653BAE}" dt="2026-04-27T09:06:01.855" v="66" actId="9405"/>
          <ac:inkMkLst>
            <pc:docMk/>
            <pc:sldMk cId="22016249" sldId="415"/>
            <ac:inkMk id="12" creationId="{ACF48E10-238C-679A-49A2-FAC4B2F52214}"/>
          </ac:inkMkLst>
        </pc:inkChg>
        <pc:inkChg chg="add">
          <ac:chgData name="Yamine Maalmi" userId="5e44513b-627d-4ddd-8b41-d2b31c9c2b2f" providerId="ADAL" clId="{6BDCED19-D70D-4585-A190-F186B1653BAE}" dt="2026-04-27T09:06:02.585" v="67" actId="9405"/>
          <ac:inkMkLst>
            <pc:docMk/>
            <pc:sldMk cId="22016249" sldId="415"/>
            <ac:inkMk id="13" creationId="{4695D212-4B16-D3A8-4FF7-4E2F1ED370B8}"/>
          </ac:inkMkLst>
        </pc:inkChg>
        <pc:inkChg chg="add">
          <ac:chgData name="Yamine Maalmi" userId="5e44513b-627d-4ddd-8b41-d2b31c9c2b2f" providerId="ADAL" clId="{6BDCED19-D70D-4585-A190-F186B1653BAE}" dt="2026-04-27T09:06:09.012" v="68" actId="9405"/>
          <ac:inkMkLst>
            <pc:docMk/>
            <pc:sldMk cId="22016249" sldId="415"/>
            <ac:inkMk id="14" creationId="{0A229BD5-82FC-15B5-DFCC-317E4708F356}"/>
          </ac:inkMkLst>
        </pc:inkChg>
        <pc:inkChg chg="add">
          <ac:chgData name="Yamine Maalmi" userId="5e44513b-627d-4ddd-8b41-d2b31c9c2b2f" providerId="ADAL" clId="{6BDCED19-D70D-4585-A190-F186B1653BAE}" dt="2026-04-27T09:06:09.861" v="69" actId="9405"/>
          <ac:inkMkLst>
            <pc:docMk/>
            <pc:sldMk cId="22016249" sldId="415"/>
            <ac:inkMk id="16" creationId="{17F07FC0-A787-8C07-DB58-EE9B1095D21C}"/>
          </ac:inkMkLst>
        </pc:inkChg>
        <pc:inkChg chg="add">
          <ac:chgData name="Yamine Maalmi" userId="5e44513b-627d-4ddd-8b41-d2b31c9c2b2f" providerId="ADAL" clId="{6BDCED19-D70D-4585-A190-F186B1653BAE}" dt="2026-04-27T09:06:15.149" v="70" actId="9405"/>
          <ac:inkMkLst>
            <pc:docMk/>
            <pc:sldMk cId="22016249" sldId="415"/>
            <ac:inkMk id="17" creationId="{3DABB120-6FA0-C751-5BAE-F0302207BDEB}"/>
          </ac:inkMkLst>
        </pc:inkChg>
        <pc:inkChg chg="add">
          <ac:chgData name="Yamine Maalmi" userId="5e44513b-627d-4ddd-8b41-d2b31c9c2b2f" providerId="ADAL" clId="{6BDCED19-D70D-4585-A190-F186B1653BAE}" dt="2026-04-27T09:06:18.812" v="71" actId="9405"/>
          <ac:inkMkLst>
            <pc:docMk/>
            <pc:sldMk cId="22016249" sldId="415"/>
            <ac:inkMk id="18" creationId="{CD869CD7-5970-C54D-92C7-ADF47C388DF9}"/>
          </ac:inkMkLst>
        </pc:inkChg>
        <pc:inkChg chg="add">
          <ac:chgData name="Yamine Maalmi" userId="5e44513b-627d-4ddd-8b41-d2b31c9c2b2f" providerId="ADAL" clId="{6BDCED19-D70D-4585-A190-F186B1653BAE}" dt="2026-04-27T09:06:23.015" v="72" actId="9405"/>
          <ac:inkMkLst>
            <pc:docMk/>
            <pc:sldMk cId="22016249" sldId="415"/>
            <ac:inkMk id="19" creationId="{DCCA93A1-CFA9-2142-C3A0-17045C255D76}"/>
          </ac:inkMkLst>
        </pc:inkChg>
        <pc:inkChg chg="add">
          <ac:chgData name="Yamine Maalmi" userId="5e44513b-627d-4ddd-8b41-d2b31c9c2b2f" providerId="ADAL" clId="{6BDCED19-D70D-4585-A190-F186B1653BAE}" dt="2026-04-27T09:06:28.073" v="73" actId="9405"/>
          <ac:inkMkLst>
            <pc:docMk/>
            <pc:sldMk cId="22016249" sldId="415"/>
            <ac:inkMk id="20" creationId="{51C1BE98-7EE4-8BAB-9434-2A2D2A4142B1}"/>
          </ac:inkMkLst>
        </pc:inkChg>
        <pc:inkChg chg="add">
          <ac:chgData name="Yamine Maalmi" userId="5e44513b-627d-4ddd-8b41-d2b31c9c2b2f" providerId="ADAL" clId="{6BDCED19-D70D-4585-A190-F186B1653BAE}" dt="2026-04-27T09:06:31.193" v="74" actId="9405"/>
          <ac:inkMkLst>
            <pc:docMk/>
            <pc:sldMk cId="22016249" sldId="415"/>
            <ac:inkMk id="21" creationId="{FCAE3609-B108-40D9-433C-B456501F8E73}"/>
          </ac:inkMkLst>
        </pc:inkChg>
        <pc:inkChg chg="add">
          <ac:chgData name="Yamine Maalmi" userId="5e44513b-627d-4ddd-8b41-d2b31c9c2b2f" providerId="ADAL" clId="{6BDCED19-D70D-4585-A190-F186B1653BAE}" dt="2026-04-27T09:06:35.305" v="75" actId="9405"/>
          <ac:inkMkLst>
            <pc:docMk/>
            <pc:sldMk cId="22016249" sldId="415"/>
            <ac:inkMk id="22" creationId="{5F91FDC0-1931-E31A-2383-374CC1BC2B5A}"/>
          </ac:inkMkLst>
        </pc:inkChg>
        <pc:inkChg chg="add">
          <ac:chgData name="Yamine Maalmi" userId="5e44513b-627d-4ddd-8b41-d2b31c9c2b2f" providerId="ADAL" clId="{6BDCED19-D70D-4585-A190-F186B1653BAE}" dt="2026-04-27T09:06:36.774" v="76" actId="9405"/>
          <ac:inkMkLst>
            <pc:docMk/>
            <pc:sldMk cId="22016249" sldId="415"/>
            <ac:inkMk id="23" creationId="{473B26C1-F175-B05E-4947-1A3517995B6D}"/>
          </ac:inkMkLst>
        </pc:inkChg>
        <pc:inkChg chg="add">
          <ac:chgData name="Yamine Maalmi" userId="5e44513b-627d-4ddd-8b41-d2b31c9c2b2f" providerId="ADAL" clId="{6BDCED19-D70D-4585-A190-F186B1653BAE}" dt="2026-04-27T09:06:37.296" v="77" actId="9405"/>
          <ac:inkMkLst>
            <pc:docMk/>
            <pc:sldMk cId="22016249" sldId="415"/>
            <ac:inkMk id="24" creationId="{E25CDF7F-35F7-3565-F6F1-6468370327B4}"/>
          </ac:inkMkLst>
        </pc:inkChg>
      </pc:sldChg>
      <pc:sldChg chg="addSp delSp modSp new del mod">
        <pc:chgData name="Yamine Maalmi" userId="5e44513b-627d-4ddd-8b41-d2b31c9c2b2f" providerId="ADAL" clId="{6BDCED19-D70D-4585-A190-F186B1653BAE}" dt="2026-04-27T09:11:46.338" v="91" actId="47"/>
        <pc:sldMkLst>
          <pc:docMk/>
          <pc:sldMk cId="238682968" sldId="416"/>
        </pc:sldMkLst>
        <pc:spChg chg="mod">
          <ac:chgData name="Yamine Maalmi" userId="5e44513b-627d-4ddd-8b41-d2b31c9c2b2f" providerId="ADAL" clId="{6BDCED19-D70D-4585-A190-F186B1653BAE}" dt="2026-04-27T09:11:33.209" v="89"/>
          <ac:spMkLst>
            <pc:docMk/>
            <pc:sldMk cId="238682968" sldId="416"/>
            <ac:spMk id="2" creationId="{1DE89689-920B-1369-E56E-0E42F8015FF3}"/>
          </ac:spMkLst>
        </pc:spChg>
        <pc:inkChg chg="add del">
          <ac:chgData name="Yamine Maalmi" userId="5e44513b-627d-4ddd-8b41-d2b31c9c2b2f" providerId="ADAL" clId="{6BDCED19-D70D-4585-A190-F186B1653BAE}" dt="2026-04-27T09:09:07.154" v="86" actId="9405"/>
          <ac:inkMkLst>
            <pc:docMk/>
            <pc:sldMk cId="238682968" sldId="416"/>
            <ac:inkMk id="4" creationId="{748B63A2-B911-88A6-A4E0-26B51BEA5554}"/>
          </ac:inkMkLst>
        </pc:inkChg>
      </pc:sldChg>
      <pc:sldChg chg="modSp new del">
        <pc:chgData name="Yamine Maalmi" userId="5e44513b-627d-4ddd-8b41-d2b31c9c2b2f" providerId="ADAL" clId="{6BDCED19-D70D-4585-A190-F186B1653BAE}" dt="2026-04-27T09:12:35.284" v="95" actId="47"/>
        <pc:sldMkLst>
          <pc:docMk/>
          <pc:sldMk cId="1741613725" sldId="416"/>
        </pc:sldMkLst>
        <pc:spChg chg="mod">
          <ac:chgData name="Yamine Maalmi" userId="5e44513b-627d-4ddd-8b41-d2b31c9c2b2f" providerId="ADAL" clId="{6BDCED19-D70D-4585-A190-F186B1653BAE}" dt="2026-04-27T09:12:31.172" v="94"/>
          <ac:spMkLst>
            <pc:docMk/>
            <pc:sldMk cId="1741613725" sldId="416"/>
            <ac:spMk id="2" creationId="{FD507379-EF8F-E8CB-65D2-850BA987F4DD}"/>
          </ac:spMkLst>
        </pc:spChg>
      </pc:sldChg>
      <pc:sldChg chg="addSp delSp modSp new mod">
        <pc:chgData name="Yamine Maalmi" userId="5e44513b-627d-4ddd-8b41-d2b31c9c2b2f" providerId="ADAL" clId="{6BDCED19-D70D-4585-A190-F186B1653BAE}" dt="2026-04-27T09:17:33.846" v="116" actId="9405"/>
        <pc:sldMkLst>
          <pc:docMk/>
          <pc:sldMk cId="3872974406" sldId="416"/>
        </pc:sldMkLst>
        <pc:spChg chg="mod">
          <ac:chgData name="Yamine Maalmi" userId="5e44513b-627d-4ddd-8b41-d2b31c9c2b2f" providerId="ADAL" clId="{6BDCED19-D70D-4585-A190-F186B1653BAE}" dt="2026-04-27T09:12:41.690" v="97"/>
          <ac:spMkLst>
            <pc:docMk/>
            <pc:sldMk cId="3872974406" sldId="416"/>
            <ac:spMk id="2" creationId="{31F0F3AB-1A39-BEAB-6A9A-E0D533337AF8}"/>
          </ac:spMkLst>
        </pc:spChg>
        <pc:picChg chg="add mod">
          <ac:chgData name="Yamine Maalmi" userId="5e44513b-627d-4ddd-8b41-d2b31c9c2b2f" providerId="ADAL" clId="{6BDCED19-D70D-4585-A190-F186B1653BAE}" dt="2026-04-27T09:13:07.474" v="98"/>
          <ac:picMkLst>
            <pc:docMk/>
            <pc:sldMk cId="3872974406" sldId="416"/>
            <ac:picMk id="4" creationId="{C222F346-2DED-C456-E5C2-13CA609CCB61}"/>
          </ac:picMkLst>
        </pc:picChg>
        <pc:inkChg chg="add del">
          <ac:chgData name="Yamine Maalmi" userId="5e44513b-627d-4ddd-8b41-d2b31c9c2b2f" providerId="ADAL" clId="{6BDCED19-D70D-4585-A190-F186B1653BAE}" dt="2026-04-27T09:16:58.311" v="104" actId="9405"/>
          <ac:inkMkLst>
            <pc:docMk/>
            <pc:sldMk cId="3872974406" sldId="416"/>
            <ac:inkMk id="5" creationId="{F8FDA458-2C4C-79E4-027F-F113236BA16D}"/>
          </ac:inkMkLst>
        </pc:inkChg>
        <pc:inkChg chg="add del">
          <ac:chgData name="Yamine Maalmi" userId="5e44513b-627d-4ddd-8b41-d2b31c9c2b2f" providerId="ADAL" clId="{6BDCED19-D70D-4585-A190-F186B1653BAE}" dt="2026-04-27T09:17:02.647" v="106" actId="9405"/>
          <ac:inkMkLst>
            <pc:docMk/>
            <pc:sldMk cId="3872974406" sldId="416"/>
            <ac:inkMk id="6" creationId="{544DC342-0CE1-A39B-50C4-EC39C6016984}"/>
          </ac:inkMkLst>
        </pc:inkChg>
        <pc:inkChg chg="add">
          <ac:chgData name="Yamine Maalmi" userId="5e44513b-627d-4ddd-8b41-d2b31c9c2b2f" providerId="ADAL" clId="{6BDCED19-D70D-4585-A190-F186B1653BAE}" dt="2026-04-27T09:17:04.828" v="107" actId="9405"/>
          <ac:inkMkLst>
            <pc:docMk/>
            <pc:sldMk cId="3872974406" sldId="416"/>
            <ac:inkMk id="7" creationId="{49721BEE-4A73-EBCE-55FB-9699B0222B5D}"/>
          </ac:inkMkLst>
        </pc:inkChg>
        <pc:inkChg chg="add">
          <ac:chgData name="Yamine Maalmi" userId="5e44513b-627d-4ddd-8b41-d2b31c9c2b2f" providerId="ADAL" clId="{6BDCED19-D70D-4585-A190-F186B1653BAE}" dt="2026-04-27T09:17:06.999" v="108" actId="9405"/>
          <ac:inkMkLst>
            <pc:docMk/>
            <pc:sldMk cId="3872974406" sldId="416"/>
            <ac:inkMk id="8" creationId="{051D8966-1041-91E5-98A3-86DB8C4616CC}"/>
          </ac:inkMkLst>
        </pc:inkChg>
        <pc:inkChg chg="add">
          <ac:chgData name="Yamine Maalmi" userId="5e44513b-627d-4ddd-8b41-d2b31c9c2b2f" providerId="ADAL" clId="{6BDCED19-D70D-4585-A190-F186B1653BAE}" dt="2026-04-27T09:17:09.417" v="109" actId="9405"/>
          <ac:inkMkLst>
            <pc:docMk/>
            <pc:sldMk cId="3872974406" sldId="416"/>
            <ac:inkMk id="9" creationId="{4FEBC0B6-1D45-CD9D-A8B9-7CD567B7B823}"/>
          </ac:inkMkLst>
        </pc:inkChg>
        <pc:inkChg chg="add">
          <ac:chgData name="Yamine Maalmi" userId="5e44513b-627d-4ddd-8b41-d2b31c9c2b2f" providerId="ADAL" clId="{6BDCED19-D70D-4585-A190-F186B1653BAE}" dt="2026-04-27T09:17:11.979" v="110" actId="9405"/>
          <ac:inkMkLst>
            <pc:docMk/>
            <pc:sldMk cId="3872974406" sldId="416"/>
            <ac:inkMk id="10" creationId="{BF98784B-6208-7B4A-B1FF-A1C29A0725ED}"/>
          </ac:inkMkLst>
        </pc:inkChg>
        <pc:inkChg chg="add">
          <ac:chgData name="Yamine Maalmi" userId="5e44513b-627d-4ddd-8b41-d2b31c9c2b2f" providerId="ADAL" clId="{6BDCED19-D70D-4585-A190-F186B1653BAE}" dt="2026-04-27T09:17:20.782" v="111" actId="9405"/>
          <ac:inkMkLst>
            <pc:docMk/>
            <pc:sldMk cId="3872974406" sldId="416"/>
            <ac:inkMk id="11" creationId="{F1CD96EC-6B70-B26D-5AD2-407BA3E03881}"/>
          </ac:inkMkLst>
        </pc:inkChg>
        <pc:inkChg chg="add">
          <ac:chgData name="Yamine Maalmi" userId="5e44513b-627d-4ddd-8b41-d2b31c9c2b2f" providerId="ADAL" clId="{6BDCED19-D70D-4585-A190-F186B1653BAE}" dt="2026-04-27T09:17:22.643" v="112" actId="9405"/>
          <ac:inkMkLst>
            <pc:docMk/>
            <pc:sldMk cId="3872974406" sldId="416"/>
            <ac:inkMk id="12" creationId="{C0FCDAFF-DAD6-4248-EF5A-19B0315DEE56}"/>
          </ac:inkMkLst>
        </pc:inkChg>
        <pc:inkChg chg="add">
          <ac:chgData name="Yamine Maalmi" userId="5e44513b-627d-4ddd-8b41-d2b31c9c2b2f" providerId="ADAL" clId="{6BDCED19-D70D-4585-A190-F186B1653BAE}" dt="2026-04-27T09:17:24.347" v="113" actId="9405"/>
          <ac:inkMkLst>
            <pc:docMk/>
            <pc:sldMk cId="3872974406" sldId="416"/>
            <ac:inkMk id="13" creationId="{F85BF3EE-4F75-96FE-A585-F36C7BC2BED1}"/>
          </ac:inkMkLst>
        </pc:inkChg>
        <pc:inkChg chg="add">
          <ac:chgData name="Yamine Maalmi" userId="5e44513b-627d-4ddd-8b41-d2b31c9c2b2f" providerId="ADAL" clId="{6BDCED19-D70D-4585-A190-F186B1653BAE}" dt="2026-04-27T09:17:31.409" v="114" actId="9405"/>
          <ac:inkMkLst>
            <pc:docMk/>
            <pc:sldMk cId="3872974406" sldId="416"/>
            <ac:inkMk id="14" creationId="{AD6161F8-DE22-E70E-BB83-205B9F931F58}"/>
          </ac:inkMkLst>
        </pc:inkChg>
        <pc:inkChg chg="add">
          <ac:chgData name="Yamine Maalmi" userId="5e44513b-627d-4ddd-8b41-d2b31c9c2b2f" providerId="ADAL" clId="{6BDCED19-D70D-4585-A190-F186B1653BAE}" dt="2026-04-27T09:17:32.441" v="115" actId="9405"/>
          <ac:inkMkLst>
            <pc:docMk/>
            <pc:sldMk cId="3872974406" sldId="416"/>
            <ac:inkMk id="15" creationId="{D51211BD-A90C-C85A-6E5E-44A3B0B3139C}"/>
          </ac:inkMkLst>
        </pc:inkChg>
        <pc:inkChg chg="add">
          <ac:chgData name="Yamine Maalmi" userId="5e44513b-627d-4ddd-8b41-d2b31c9c2b2f" providerId="ADAL" clId="{6BDCED19-D70D-4585-A190-F186B1653BAE}" dt="2026-04-27T09:17:33.846" v="116" actId="9405"/>
          <ac:inkMkLst>
            <pc:docMk/>
            <pc:sldMk cId="3872974406" sldId="416"/>
            <ac:inkMk id="16" creationId="{16A49932-DE99-E61B-FC78-DDFCAB1AD3CD}"/>
          </ac:inkMkLst>
        </pc:inkChg>
      </pc:sldChg>
      <pc:sldChg chg="new del">
        <pc:chgData name="Yamine Maalmi" userId="5e44513b-627d-4ddd-8b41-d2b31c9c2b2f" providerId="ADAL" clId="{6BDCED19-D70D-4585-A190-F186B1653BAE}" dt="2026-04-27T09:11:48.268" v="92" actId="47"/>
        <pc:sldMkLst>
          <pc:docMk/>
          <pc:sldMk cId="2578590161" sldId="417"/>
        </pc:sldMkLst>
      </pc:sldChg>
      <pc:sldChg chg="addSp delSp modSp new mod">
        <pc:chgData name="Yamine Maalmi" userId="5e44513b-627d-4ddd-8b41-d2b31c9c2b2f" providerId="ADAL" clId="{6BDCED19-D70D-4585-A190-F186B1653BAE}" dt="2026-04-27T09:24:41.944" v="137" actId="9405"/>
        <pc:sldMkLst>
          <pc:docMk/>
          <pc:sldMk cId="3207416813" sldId="417"/>
        </pc:sldMkLst>
        <pc:spChg chg="mod">
          <ac:chgData name="Yamine Maalmi" userId="5e44513b-627d-4ddd-8b41-d2b31c9c2b2f" providerId="ADAL" clId="{6BDCED19-D70D-4585-A190-F186B1653BAE}" dt="2026-04-27T09:16:13.245" v="102"/>
          <ac:spMkLst>
            <pc:docMk/>
            <pc:sldMk cId="3207416813" sldId="417"/>
            <ac:spMk id="2" creationId="{C7171842-21E2-3716-46B4-986AB9F4254A}"/>
          </ac:spMkLst>
        </pc:spChg>
        <pc:spChg chg="add del">
          <ac:chgData name="Yamine Maalmi" userId="5e44513b-627d-4ddd-8b41-d2b31c9c2b2f" providerId="ADAL" clId="{6BDCED19-D70D-4585-A190-F186B1653BAE}" dt="2026-04-27T09:16:12.195" v="101" actId="22"/>
          <ac:spMkLst>
            <pc:docMk/>
            <pc:sldMk cId="3207416813" sldId="417"/>
            <ac:spMk id="5" creationId="{8CF324E2-ED29-AC32-F500-440BA4326A53}"/>
          </ac:spMkLst>
        </pc:spChg>
        <pc:picChg chg="add mod">
          <ac:chgData name="Yamine Maalmi" userId="5e44513b-627d-4ddd-8b41-d2b31c9c2b2f" providerId="ADAL" clId="{6BDCED19-D70D-4585-A190-F186B1653BAE}" dt="2026-04-27T09:18:53.115" v="117"/>
          <ac:picMkLst>
            <pc:docMk/>
            <pc:sldMk cId="3207416813" sldId="417"/>
            <ac:picMk id="6" creationId="{2A335B75-02E6-A065-541C-F76F6291BCBF}"/>
          </ac:picMkLst>
        </pc:picChg>
        <pc:inkChg chg="add">
          <ac:chgData name="Yamine Maalmi" userId="5e44513b-627d-4ddd-8b41-d2b31c9c2b2f" providerId="ADAL" clId="{6BDCED19-D70D-4585-A190-F186B1653BAE}" dt="2026-04-27T09:23:52.060" v="132" actId="9405"/>
          <ac:inkMkLst>
            <pc:docMk/>
            <pc:sldMk cId="3207416813" sldId="417"/>
            <ac:inkMk id="7" creationId="{5D022E64-609E-F304-AD0B-04A533FAA9FA}"/>
          </ac:inkMkLst>
        </pc:inkChg>
        <pc:inkChg chg="add del">
          <ac:chgData name="Yamine Maalmi" userId="5e44513b-627d-4ddd-8b41-d2b31c9c2b2f" providerId="ADAL" clId="{6BDCED19-D70D-4585-A190-F186B1653BAE}" dt="2026-04-27T09:24:36.836" v="134" actId="9405"/>
          <ac:inkMkLst>
            <pc:docMk/>
            <pc:sldMk cId="3207416813" sldId="417"/>
            <ac:inkMk id="8" creationId="{07A17F44-4F1E-82A8-ED24-4BB448C7C641}"/>
          </ac:inkMkLst>
        </pc:inkChg>
        <pc:inkChg chg="add del">
          <ac:chgData name="Yamine Maalmi" userId="5e44513b-627d-4ddd-8b41-d2b31c9c2b2f" providerId="ADAL" clId="{6BDCED19-D70D-4585-A190-F186B1653BAE}" dt="2026-04-27T09:24:39.303" v="136" actId="9405"/>
          <ac:inkMkLst>
            <pc:docMk/>
            <pc:sldMk cId="3207416813" sldId="417"/>
            <ac:inkMk id="9" creationId="{C1030AFF-B998-4F6F-EEBE-7A04500F4AEE}"/>
          </ac:inkMkLst>
        </pc:inkChg>
        <pc:inkChg chg="add">
          <ac:chgData name="Yamine Maalmi" userId="5e44513b-627d-4ddd-8b41-d2b31c9c2b2f" providerId="ADAL" clId="{6BDCED19-D70D-4585-A190-F186B1653BAE}" dt="2026-04-27T09:24:41.944" v="137" actId="9405"/>
          <ac:inkMkLst>
            <pc:docMk/>
            <pc:sldMk cId="3207416813" sldId="417"/>
            <ac:inkMk id="10" creationId="{612D2BB4-EAF0-B49F-A274-E336F96C61F5}"/>
          </ac:inkMkLst>
        </pc:inkChg>
      </pc:sldChg>
      <pc:sldChg chg="addSp delSp modSp new mod chgLayout">
        <pc:chgData name="Yamine Maalmi" userId="5e44513b-627d-4ddd-8b41-d2b31c9c2b2f" providerId="ADAL" clId="{6BDCED19-D70D-4585-A190-F186B1653BAE}" dt="2026-04-27T09:21:46.118" v="131" actId="20577"/>
        <pc:sldMkLst>
          <pc:docMk/>
          <pc:sldMk cId="2407954342" sldId="418"/>
        </pc:sldMkLst>
        <pc:spChg chg="mod">
          <ac:chgData name="Yamine Maalmi" userId="5e44513b-627d-4ddd-8b41-d2b31c9c2b2f" providerId="ADAL" clId="{6BDCED19-D70D-4585-A190-F186B1653BAE}" dt="2026-04-27T09:21:46.118" v="131" actId="20577"/>
          <ac:spMkLst>
            <pc:docMk/>
            <pc:sldMk cId="2407954342" sldId="418"/>
            <ac:spMk id="2" creationId="{81FE643C-AA40-DCC1-A5C7-44C8D8BA1988}"/>
          </ac:spMkLst>
        </pc:spChg>
        <pc:spChg chg="del">
          <ac:chgData name="Yamine Maalmi" userId="5e44513b-627d-4ddd-8b41-d2b31c9c2b2f" providerId="ADAL" clId="{6BDCED19-D70D-4585-A190-F186B1653BAE}" dt="2026-04-27T09:21:36.153" v="126" actId="26606"/>
          <ac:spMkLst>
            <pc:docMk/>
            <pc:sldMk cId="2407954342" sldId="418"/>
            <ac:spMk id="3" creationId="{C6B2F63D-E226-29A5-8DE8-AA226B35CB64}"/>
          </ac:spMkLst>
        </pc:spChg>
        <pc:inkChg chg="add del">
          <ac:chgData name="Yamine Maalmi" userId="5e44513b-627d-4ddd-8b41-d2b31c9c2b2f" providerId="ADAL" clId="{6BDCED19-D70D-4585-A190-F186B1653BAE}" dt="2026-04-27T09:20:28.538" v="122" actId="9405"/>
          <ac:inkMkLst>
            <pc:docMk/>
            <pc:sldMk cId="2407954342" sldId="418"/>
            <ac:inkMk id="4" creationId="{F14946DF-AF6A-D6D4-19C6-3EB41948F9B1}"/>
          </ac:inkMkLst>
        </pc:inkChg>
      </pc:sldChg>
      <pc:sldChg chg="new del">
        <pc:chgData name="Yamine Maalmi" userId="5e44513b-627d-4ddd-8b41-d2b31c9c2b2f" providerId="ADAL" clId="{6BDCED19-D70D-4585-A190-F186B1653BAE}" dt="2026-04-27T09:20:18.006" v="119" actId="680"/>
        <pc:sldMkLst>
          <pc:docMk/>
          <pc:sldMk cId="3343718427" sldId="418"/>
        </pc:sldMkLst>
      </pc:sldChg>
      <pc:sldChg chg="modSp new mod">
        <pc:chgData name="Yamine Maalmi" userId="5e44513b-627d-4ddd-8b41-d2b31c9c2b2f" providerId="ADAL" clId="{6BDCED19-D70D-4585-A190-F186B1653BAE}" dt="2026-04-27T09:55:39.033" v="396" actId="20577"/>
        <pc:sldMkLst>
          <pc:docMk/>
          <pc:sldMk cId="4067035391" sldId="419"/>
        </pc:sldMkLst>
        <pc:spChg chg="mod">
          <ac:chgData name="Yamine Maalmi" userId="5e44513b-627d-4ddd-8b41-d2b31c9c2b2f" providerId="ADAL" clId="{6BDCED19-D70D-4585-A190-F186B1653BAE}" dt="2026-04-27T09:46:33.671" v="165" actId="20577"/>
          <ac:spMkLst>
            <pc:docMk/>
            <pc:sldMk cId="4067035391" sldId="419"/>
            <ac:spMk id="2" creationId="{090A06B7-35C6-4917-CC12-0CFC0F0D8CC5}"/>
          </ac:spMkLst>
        </pc:spChg>
        <pc:spChg chg="mod">
          <ac:chgData name="Yamine Maalmi" userId="5e44513b-627d-4ddd-8b41-d2b31c9c2b2f" providerId="ADAL" clId="{6BDCED19-D70D-4585-A190-F186B1653BAE}" dt="2026-04-27T09:55:39.033" v="396" actId="20577"/>
          <ac:spMkLst>
            <pc:docMk/>
            <pc:sldMk cId="4067035391" sldId="419"/>
            <ac:spMk id="3" creationId="{EE05DFDB-FB43-8885-FA34-A5F8FD9DA98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27/04/2026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2:43.0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2:44.9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2:45.7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2:21.1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2:22.9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2:25.3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2:28.9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2:30.2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2:35.5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0,'4'0,"2"0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3:51.3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29,'0'-1,"1"0,0 0,0 0,0 0,0 0,0 0,0 0,0 0,0 0,0 1,0-1,1 0,-1 1,0-1,0 1,1-1,-1 1,0 0,1-1,-1 1,1 0,1 0,0 0,62-8,0 2,125 7,-71 2,-65 0,1 2,92 22,-130-23,10 3,39 15,-47-14,1-1,0-1,0-1,24 3,88-5,-104-4,1 0,0 2,0 2,0 0,0 2,30 9,-34-6,0-2,0 0,1-2,38 2,107-7,-74-2,-69 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50.1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1,'3'1,"0"-1,0 1,0 0,0 0,0 0,0 1,0-1,0 1,0 0,0 0,3 3,11 7,11 1,-1-1,2-1,-1-1,1-2,1 0,-1-3,1 0,33 0,-39-2,-1 1,38 11,-36-8,-1-1,36 4,411-5,-262-8,843 3,-1019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7:01.5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1,'4'4,"2"6,-1 6,0 9,-2 9,-1 3,-1-1,-1-1,0-3,0-2,0 3,0 4,0 0,4-1,1-3,1-7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7:03.7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2252 20,'0'-1,"0"0,-1 0,1 0,-1 0,1 1,-1-1,1 0,-1 0,0 1,1-1,-1 0,0 1,0-1,1 1,-1-1,0 1,0-1,0 1,0-1,0 1,0 0,0 0,0-1,-1 1,-26-5,13 6,0 0,0 1,0 1,0 0,1 1,-1 0,1 1,0 1,-13 7,3-2,1-2,-28 7,7-7,-1-2,-68 2,-93-11,103-1,51 2,-4 0,0 2,-66 9,5 2,-231-6,212-8,-3 3,-142-3,270 1,1 0,-1-1,1 0,0-1,-1 0,1-1,1 0,-12-6,-6-6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7:10.1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1746 0,'-2'0,"0"1,0-1,0 1,0-1,0 1,0 0,0-1,0 1,0 0,1 0,-1 1,0-1,1 0,-1 0,0 1,-1 2,-22 30,15-20,-3 4,-2-1,0 0,-1-1,-1 0,0-2,-1 0,-33 19,28-18,-1-2,0-1,-1 0,0-2,-1-1,0-1,-32 5,-69 4,56-10,1 4,-86 24,120-24,-4 3,-1-2,0-1,-1-3,-71 6,77-13,-202 12,159-6,-83-4,129-3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4:53.3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28,'3'-2,"0"-1,1 1,-1 0,1 0,-1 0,1 0,0 0,0 1,0 0,0 0,0 0,6 0,57-2,-41 3,1017-3,-532 6,-65-3,-420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4:55.1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29,'1'-1,"-1"0,1 0,0-1,0 1,0 0,0 0,0 1,0-1,0 0,0 0,0 0,0 1,0-1,1 1,-1-1,0 1,0-1,1 1,-1 0,0-1,1 1,-1 0,2 0,0 0,45-7,-1 3,90 2,-70 3,2265 0,-2296-1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4:58.0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1,'21'1,"-1"2,1 0,-1 1,1 2,33 12,41 11,-22-15,143 9,78-17,-217-6,942-3,-990 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5:01.1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0,'4'1,"0"-1,0 1,0 0,0 0,0 0,0 0,0 1,0 0,-1-1,1 1,0 1,-1-1,0 1,1-1,2 4,8 8,-2 0,14 19,-5-5,72 76,190 169,130 57,-212-174,-28-21,179 146,-311-246,-3 3,35 43,59 91,95 159,-69-95,38 63,-180-269,1 0,2-1,1-1,1-1,40 40,-55-63,-1 1,0 0,-1 1,1-1,6 13,0 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5:04.0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1,'0'73,"3"139,1-166,1-1,19 74,-18-93,-1-4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5:11.8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2631 2748,'0'-5,"-1"1,0-1,0 0,0 1,0-1,-1 1,0-1,0 1,0-1,0 1,-1 0,0 0,0 1,-5-7,-7-5,-1 0,-18-13,4 3,-56-45,-96-60,108 80,-6-11,-84-84,140 122,-110-114,19 17,-9 7,43 40,-75-86,111 108,21 25,1 0,1-2,-24-40,27 33,-2 1,-1 0,-2 2,-42-46,24 34,-71-99,-19-61,40 59,62 98,5 7,-2 2,-40-47,23 44,-92-68,3 4,77 65,43 33,1-2,-22-18,18 11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5:15.0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1816 0,'-1788'0,"1761"0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5:19.9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2137 36,'-898'-15,"51"4,610 11,130-4,59-2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9:05:26.1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1711 0 0,'-1710'389'0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5:38.5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1,'1671'0,"-1640"0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5:43.6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62,'1057'-16,"-187"6,-651 10,-203 0,-1-1,0 0,0-2,1 0,-2 0,30-11,-19 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5:47.3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79,'877'0,"-694"-14,-20 1,-136 13,-4 0,0 0,-1-2,1-1,30-7,-27 2,1 0,0 2,0 0,0 2,1 2,0 0,47 4,-42 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5:50.6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0,'1'6,"0"0,1-1,0 1,-1-1,2 0,-1 1,1-1,0 0,0-1,0 1,6 7,2 2,96 130,139 141,-217-253,751 749,-679-684,-4 4,157 215,-236-290,123 183,17 40,-81-132,18 29,-58-74,-27-50,0 0,2-1,1 0,0-1,30 33,-5-21,-29-26,-1 1,1 0,-2 0,8 9,-6-3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5:54.0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0 757,'0'1,"1"0,-1 0,0 0,1 0,-1 0,0 0,1-1,-1 1,1 0,0 0,-1 0,1-1,0 1,-1 0,1-1,0 1,0-1,-1 1,1-1,0 1,0-1,0 1,0-1,0 0,0 1,-1-1,1 0,0 0,0 0,0 0,1 0,33 1,-3-8,1 0,-1-3,-1 0,55-28,-67 30,221-79,-39 16,-41-11,-117 57,29-13,66-40,-3-18,-117 84,1 1,0 1,33-12,-38 17,0 0,0-1,-1-1,0 0,0-1,0-1,-1 0,0 0,14-16,24-32,-37 41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5:59.4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 0,'-4'0,"-2"0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00.7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01.8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 0,'-4'0,"-2"0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02.5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09.0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09.8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15.1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2348 2825,'-6'-1,"1"-1,-1 0,1-1,-1 0,1 1,0-2,0 1,0 0,0-1,1 0,-5-5,-4-2,-23-21,1-2,-52-66,56 62,-2 1,-58-51,69 70,2 0,0-1,2-1,0-1,1-1,1 0,1-2,-17-33,-1 0,-3 1,-1 1,-67-71,12 13,34 43,-24-33,66 76,-24-54,29 56,-1-1,-2 1,-17-24,-56-53,-12-15,81 94,0 2,-39-35,34 35,-38-44,-35-48,62 77,2-2,-52-81,67 92,-2 0,-1 2,-44-46,38 44,-39-44,-49-50,97 105,-19-16,2-1,2-1,1-2,-32-47,12 7,38 55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18.8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1710 56,'-6'-4,"1"-1,-1 1,0 0,0 0,-1 1,1 0,-1 0,1 1,-1-1,0 1,-8-1,-12-1,-41-2,54 6,-555-5,300 8,-387-3,633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23.0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2342 0,'-1'1,"1"0,0 0,-1-1,1 1,0 0,-1 0,1-1,-1 1,0 0,1-1,-1 1,1 0,-1-1,0 1,0-1,1 1,-1-1,0 1,0-1,0 0,1 1,-1-1,0 0,-1 0,-26 7,25-7,-177 17,54-5,-238-7,203-7,-1050 2,1168-1,0-3,0-1,-42-10,48 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28.0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1596 0,'-10'1,"0"0,0 1,0 0,0 1,1 0,-13 5,-30 9,-398 71,-30 6,156-9,302-78,1 0,0 2,-20 11,17-9,-35 13,39-17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31.1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10,'4'0,"2"-4,0-2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35.3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36.7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06:37.2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17:04.82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 0,'0'800,"2"-758,3 0,1 0,2-1,1 1,18 43,-15-45,-1 4,-1 0,-3 1,4 72,-13 138,-1-106,3 919,-3-1008,-20 110,12-105,-4 80,12-109,-2-1,-13 52,9-47,-6 57,11-8,8 106,-1-173,1 0,1-1,1 1,1-1,19 38,7 24,-24-52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17:06.99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1,'0'0,"0"0,0 0,0 0,0 0,0 0,-1 0,1 0,0 0,0 0,0 0,0 0,-1 0,1 0,0 0,0 0,0 0,0 0,-1 0,1 0,0 0,0 1,0-1,0 0,0 0,0 0,-1 0,1 0,0 0,0 0,0 1,0-1,0 0,0 0,0 0,0 0,0 0,0 1,0-1,-1 0,1 0,0 0,0 0,0 1,0-1,5 8,11 7,-2-10,0 1,1-2,-1 0,1-1,0 0,-1-1,1 0,16-2,10 3,133 9,-75-7,162 29,-179-17,-1-4,2-3,108-2,1247-11,-866 4,-215-15,-12 1,1055 14,-1360-3,55-9,31-2,140 14,84-2,-217-12,60-1,568 16,-727-2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17:09.414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0,'1'7,"0"-1,0 0,0 0,1 0,3 7,5 23,46 216,-2-14,-27-125,-4-20,-17-70,12 34,-11-39,-1-1,-1 2,4 23,-5-9,-2-1,-2 1,0-1,-2 0,-2 1,-1-1,-14 49,12-51,1 0,1 1,1-1,1 51,1-6,0-61,-1 0,0 0,-1 0,-6 17,4-15,0 1,-3 21,-21 190,24-131,6 99,2-76,0-87,2 0,1 0,2 0,15 48,-11-48,-2 1,-2 0,7 69,-14 303,-2-165,3-225,1 1,0 0,2-1,0 0,8 21,-5-18,-1 0,-2 0,5 31,-8-25,0 1,-2 0,-1-1,-2 0,0 1,-1-1,-2-1,0 1,-2-1,0-1,-2 1,-1-2,-20 32,7-15,20-28,-1-2,0 1,0 0,-1-1,-1-1,1 1,-1-1,-17 13,3-9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17:11.97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5,'1229'0,"-944"14,17-1,-288-12,1 1,0 0,0 1,-1 0,26 11,-21-8,-1 0,30 4,21-4,123-6,-78-3,1433 3,-1494-1,-1-2,1-3,81-19,-56 8,1 5,119-5,161 18,-160 2,1319-3,-1334 14,3-1,-164-11,0 0,-1 1,44 13,-7-1,-24-8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17:20.7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1,'7'6,"0"-1,1 0,0 0,0-1,0 1,0-2,0 1,1-1,0-1,-1 1,1-1,9 0,18 2,60-2,-76-3,1115-1,-694 2,-409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17:22.6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2630 1,'-13'1,"1"0,-1 1,1 0,0 1,0 1,0 0,0 0,1 1,-14 8,-15 11,-42 33,57-39,-32 20,-73 35,-58 47,15-9,127-85,-145 75,118-66,-77 49,113-59,1 1,0 2,-50 51,42-35,-2-2,-87 61,-118 48,-53 6,188-103,61-30,-62 38,108-57,0 0,0-1,-17 6,0-2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17:24.3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1,'0'822,"0"-800,1-1,1 1,1-1,0 0,2 0,11 30,0-13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17:31.4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1038,'4'0,"-1"-1,1 1,0-1,-1 0,1 0,-1 0,1-1,-1 1,1-1,5-4,33-27,-23 17,395-265,-329 222,15-9,237-118,-289 160,-1-3,-2-1,0-2,66-65,-92 81,-1 2,2-1,0 2,1 1,0 0,1 2,32-11,29-16,-53 22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17:32.4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1,'0'0,"-1"0,0 1,0-1,0 0,1 1,-1-1,0 1,0-1,1 1,-1 0,1-1,-1 1,0 0,1-1,-1 1,1 0,0 0,-1-1,1 1,0 0,-1 0,1 0,0 0,-1 1,-4 26,4-26,-5 63,4 127,4-99,-3 51,3 148,3-243,17 82,-13-85,8 93,-18-53,0-42,6 60,0-67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17:33.8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0,'0'5,"0"5,0 6,0 9,0 13,0 5,0 4,0-2,4 0,2 2,-1 1,0 1,-2-2,-1-6,-1-5,4 0,5-6,1-8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23:52.0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41,'1538'0,"-1506"2,0 1,0 2,52 15,1-1,-64-14,34 14,-36-12,0-1,26 5,-28-8,0-1,0-1,0-1,0-1,0 0,0-1,0 0,26-9,-32 8,-1-1,1 0,-1-1,0 0,0-1,-1 0,1 0,-1-1,-1 0,1-1,-1 0,-1 0,13-18,-6 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7T09:24:41.9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0,'2'18,"1"0,0 0,2 0,0 0,1-1,0 0,16 27,-3-8,1-2,42 54,59 55,-45-56,-23-26,-21-26,-2 1,47 75,-59-84,2 0,0-1,1-1,34 30,30 36,97 118,-115-138,-30-33,35 48,-40-47,2-2,2-2,75 60,-93-81,29 28,49 57,-2-3,-1 7,7 6,132 106,-199-182,-1 1,34 48,-1-1,169 162,-86-94,-84-80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27/04/2026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‹nr.›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‹nr.›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‹nr.›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‹nr.›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‹nr.›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nl-NL"/>
              <a:t>Klik op het pictogram als u een afbeelding wilt toevoegen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‹nr.›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‹nr.›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‹nr.›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nl-NL"/>
              <a:t>Klik op het pictogram als u een tabel wilt toevoegen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 rtl="0"/>
              <a:t>‹nr.›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 rtl="0"/>
              <a:t>‹nr.›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customXml" Target="../ink/ink4.xml"/><Relationship Id="rId7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6.xml"/><Relationship Id="rId5" Type="http://schemas.openxmlformats.org/officeDocument/2006/relationships/customXml" Target="../ink/ink5.xml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customXml" Target="../ink/ink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customXml" Target="../ink/ink14.xml"/><Relationship Id="rId5" Type="http://schemas.openxmlformats.org/officeDocument/2006/relationships/customXml" Target="../ink/ink11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20.xml"/><Relationship Id="rId18" Type="http://schemas.openxmlformats.org/officeDocument/2006/relationships/image" Target="../media/image16.png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12" Type="http://schemas.openxmlformats.org/officeDocument/2006/relationships/image" Target="../media/image13.png"/><Relationship Id="rId17" Type="http://schemas.openxmlformats.org/officeDocument/2006/relationships/customXml" Target="../ink/ink22.xml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5" Type="http://schemas.openxmlformats.org/officeDocument/2006/relationships/customXml" Target="../ink/ink21.xml"/><Relationship Id="rId10" Type="http://schemas.openxmlformats.org/officeDocument/2006/relationships/image" Target="../media/image12.png"/><Relationship Id="rId19" Type="http://schemas.openxmlformats.org/officeDocument/2006/relationships/customXml" Target="../ink/ink23.xml"/><Relationship Id="rId4" Type="http://schemas.openxmlformats.org/officeDocument/2006/relationships/image" Target="../media/image9.png"/><Relationship Id="rId9" Type="http://schemas.openxmlformats.org/officeDocument/2006/relationships/customXml" Target="../ink/ink18.xml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9.xml"/><Relationship Id="rId18" Type="http://schemas.openxmlformats.org/officeDocument/2006/relationships/image" Target="../media/image3.png"/><Relationship Id="rId26" Type="http://schemas.openxmlformats.org/officeDocument/2006/relationships/customXml" Target="../ink/ink37.xml"/><Relationship Id="rId3" Type="http://schemas.openxmlformats.org/officeDocument/2006/relationships/customXml" Target="../ink/ink24.xml"/><Relationship Id="rId21" Type="http://schemas.openxmlformats.org/officeDocument/2006/relationships/customXml" Target="../ink/ink34.xml"/><Relationship Id="rId34" Type="http://schemas.openxmlformats.org/officeDocument/2006/relationships/customXml" Target="../ink/ink42.xml"/><Relationship Id="rId7" Type="http://schemas.openxmlformats.org/officeDocument/2006/relationships/customXml" Target="../ink/ink26.xml"/><Relationship Id="rId12" Type="http://schemas.openxmlformats.org/officeDocument/2006/relationships/image" Target="../media/image22.png"/><Relationship Id="rId17" Type="http://schemas.openxmlformats.org/officeDocument/2006/relationships/customXml" Target="../ink/ink31.xml"/><Relationship Id="rId25" Type="http://schemas.openxmlformats.org/officeDocument/2006/relationships/image" Target="../media/image25.png"/><Relationship Id="rId33" Type="http://schemas.openxmlformats.org/officeDocument/2006/relationships/customXml" Target="../ink/ink41.xml"/><Relationship Id="rId2" Type="http://schemas.openxmlformats.org/officeDocument/2006/relationships/image" Target="../media/image1.png"/><Relationship Id="rId16" Type="http://schemas.openxmlformats.org/officeDocument/2006/relationships/image" Target="../media/image2.png"/><Relationship Id="rId20" Type="http://schemas.openxmlformats.org/officeDocument/2006/relationships/customXml" Target="../ink/ink33.xml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customXml" Target="../ink/ink28.xml"/><Relationship Id="rId24" Type="http://schemas.openxmlformats.org/officeDocument/2006/relationships/customXml" Target="../ink/ink36.xml"/><Relationship Id="rId32" Type="http://schemas.openxmlformats.org/officeDocument/2006/relationships/customXml" Target="../ink/ink40.xml"/><Relationship Id="rId5" Type="http://schemas.openxmlformats.org/officeDocument/2006/relationships/customXml" Target="../ink/ink25.xml"/><Relationship Id="rId15" Type="http://schemas.openxmlformats.org/officeDocument/2006/relationships/customXml" Target="../ink/ink30.xml"/><Relationship Id="rId23" Type="http://schemas.openxmlformats.org/officeDocument/2006/relationships/image" Target="../media/image24.png"/><Relationship Id="rId28" Type="http://schemas.openxmlformats.org/officeDocument/2006/relationships/customXml" Target="../ink/ink38.xml"/><Relationship Id="rId10" Type="http://schemas.openxmlformats.org/officeDocument/2006/relationships/image" Target="../media/image21.png"/><Relationship Id="rId19" Type="http://schemas.openxmlformats.org/officeDocument/2006/relationships/customXml" Target="../ink/ink32.xml"/><Relationship Id="rId31" Type="http://schemas.openxmlformats.org/officeDocument/2006/relationships/image" Target="../media/image28.png"/><Relationship Id="rId4" Type="http://schemas.openxmlformats.org/officeDocument/2006/relationships/image" Target="../media/image18.png"/><Relationship Id="rId9" Type="http://schemas.openxmlformats.org/officeDocument/2006/relationships/customXml" Target="../ink/ink27.xml"/><Relationship Id="rId14" Type="http://schemas.openxmlformats.org/officeDocument/2006/relationships/image" Target="../media/image23.png"/><Relationship Id="rId22" Type="http://schemas.openxmlformats.org/officeDocument/2006/relationships/customXml" Target="../ink/ink35.xml"/><Relationship Id="rId27" Type="http://schemas.openxmlformats.org/officeDocument/2006/relationships/image" Target="../media/image26.png"/><Relationship Id="rId30" Type="http://schemas.openxmlformats.org/officeDocument/2006/relationships/customXml" Target="../ink/ink39.xml"/><Relationship Id="rId8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customXml" Target="../ink/ink48.xml"/><Relationship Id="rId18" Type="http://schemas.openxmlformats.org/officeDocument/2006/relationships/image" Target="../media/image36.png"/><Relationship Id="rId3" Type="http://schemas.openxmlformats.org/officeDocument/2006/relationships/customXml" Target="../ink/ink43.xml"/><Relationship Id="rId21" Type="http://schemas.openxmlformats.org/officeDocument/2006/relationships/customXml" Target="../ink/ink52.xml"/><Relationship Id="rId7" Type="http://schemas.openxmlformats.org/officeDocument/2006/relationships/customXml" Target="../ink/ink45.xml"/><Relationship Id="rId12" Type="http://schemas.openxmlformats.org/officeDocument/2006/relationships/image" Target="../media/image33.png"/><Relationship Id="rId17" Type="http://schemas.openxmlformats.org/officeDocument/2006/relationships/customXml" Target="../ink/ink50.xml"/><Relationship Id="rId2" Type="http://schemas.openxmlformats.org/officeDocument/2006/relationships/image" Target="../media/image1.png"/><Relationship Id="rId16" Type="http://schemas.openxmlformats.org/officeDocument/2006/relationships/image" Target="../media/image35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11" Type="http://schemas.openxmlformats.org/officeDocument/2006/relationships/customXml" Target="../ink/ink47.xml"/><Relationship Id="rId5" Type="http://schemas.openxmlformats.org/officeDocument/2006/relationships/customXml" Target="../ink/ink44.xml"/><Relationship Id="rId15" Type="http://schemas.openxmlformats.org/officeDocument/2006/relationships/customXml" Target="../ink/ink49.xml"/><Relationship Id="rId10" Type="http://schemas.openxmlformats.org/officeDocument/2006/relationships/image" Target="../media/image32.png"/><Relationship Id="rId19" Type="http://schemas.openxmlformats.org/officeDocument/2006/relationships/customXml" Target="../ink/ink51.xml"/><Relationship Id="rId4" Type="http://schemas.openxmlformats.org/officeDocument/2006/relationships/image" Target="../media/image29.png"/><Relationship Id="rId9" Type="http://schemas.openxmlformats.org/officeDocument/2006/relationships/customXml" Target="../ink/ink46.xml"/><Relationship Id="rId14" Type="http://schemas.openxmlformats.org/officeDocument/2006/relationships/image" Target="../media/image34.png"/><Relationship Id="rId22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customXml" Target="../ink/ink54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PingFin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Content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 rtlCol="0"/>
          <a:lstStyle>
            <a:defPPr>
              <a:defRPr lang="fr-FR"/>
            </a:defPPr>
          </a:lstStyle>
          <a:p>
            <a:r>
              <a:rPr lang="fr-BE" dirty="0" err="1"/>
              <a:t>Chosen</a:t>
            </a:r>
            <a:r>
              <a:rPr lang="fr-BE" dirty="0"/>
              <a:t> </a:t>
            </a:r>
            <a:r>
              <a:rPr lang="fr-BE" dirty="0" err="1"/>
              <a:t>bank</a:t>
            </a:r>
            <a:endParaRPr lang="fr-BE" dirty="0"/>
          </a:p>
          <a:p>
            <a:r>
              <a:rPr lang="en-US" dirty="0"/>
              <a:t>Team members and their roles</a:t>
            </a:r>
            <a:endParaRPr lang="fr-FR" dirty="0"/>
          </a:p>
          <a:p>
            <a:pPr rtl="0"/>
            <a:r>
              <a:rPr lang="fr-FR" dirty="0"/>
              <a:t>Use Cases</a:t>
            </a:r>
          </a:p>
          <a:p>
            <a:pPr rtl="0"/>
            <a:r>
              <a:rPr lang="fr-FR" dirty="0"/>
              <a:t>Exceptions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A06B7-35C6-4917-CC12-0CFC0F0D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Roles</a:t>
            </a:r>
            <a:endParaRPr lang="fr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E05DFDB-FB43-8885-FA34-A5F8FD9DA98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Aya: </a:t>
            </a:r>
            <a:r>
              <a:rPr lang="fr-FR" dirty="0" err="1"/>
              <a:t>Validatie</a:t>
            </a:r>
            <a:r>
              <a:rPr lang="fr-FR" dirty="0"/>
              <a:t>, </a:t>
            </a:r>
            <a:r>
              <a:rPr lang="fr-FR" dirty="0" err="1"/>
              <a:t>Back-End</a:t>
            </a:r>
            <a:endParaRPr lang="fr-FR" dirty="0"/>
          </a:p>
          <a:p>
            <a:r>
              <a:rPr lang="fr-FR" dirty="0"/>
              <a:t>Imane: </a:t>
            </a:r>
            <a:r>
              <a:rPr lang="fr-FR" dirty="0" err="1"/>
              <a:t>Documentatie</a:t>
            </a:r>
            <a:r>
              <a:rPr lang="fr-FR" dirty="0"/>
              <a:t>, </a:t>
            </a:r>
            <a:r>
              <a:rPr lang="fr-FR" dirty="0" err="1"/>
              <a:t>Front-End</a:t>
            </a:r>
            <a:endParaRPr lang="fr-FR" dirty="0"/>
          </a:p>
          <a:p>
            <a:r>
              <a:rPr lang="fr-FR" dirty="0"/>
              <a:t>Yamine: </a:t>
            </a:r>
            <a:r>
              <a:rPr lang="fr-FR" dirty="0" err="1"/>
              <a:t>Front-End</a:t>
            </a:r>
            <a:r>
              <a:rPr lang="fr-FR" dirty="0"/>
              <a:t>, </a:t>
            </a:r>
            <a:r>
              <a:rPr lang="fr-FR" dirty="0" err="1"/>
              <a:t>Back-End</a:t>
            </a:r>
            <a:endParaRPr lang="fr-FR" dirty="0"/>
          </a:p>
          <a:p>
            <a:r>
              <a:rPr lang="fr-FR" dirty="0" err="1"/>
              <a:t>Yelle</a:t>
            </a:r>
            <a:r>
              <a:rPr lang="fr-FR" dirty="0"/>
              <a:t>: </a:t>
            </a:r>
            <a:r>
              <a:rPr lang="fr-FR" dirty="0" err="1"/>
              <a:t>Back-End</a:t>
            </a:r>
            <a:r>
              <a:rPr lang="fr-FR" dirty="0"/>
              <a:t>, </a:t>
            </a:r>
            <a:r>
              <a:rPr lang="fr-FR" dirty="0" err="1"/>
              <a:t>Database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7035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CD17F9E8-0639-53EF-278E-DC09BC746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Case 1: </a:t>
            </a:r>
            <a:r>
              <a:rPr lang="fr-BE" b="0" dirty="0"/>
              <a:t>OB validation fails</a:t>
            </a:r>
            <a:endParaRPr lang="en-US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E30E975-CC1E-86E7-7666-280E90FF8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49" y="2519265"/>
            <a:ext cx="9417751" cy="2754693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t 11">
                <a:extLst>
                  <a:ext uri="{FF2B5EF4-FFF2-40B4-BE49-F238E27FC236}">
                    <a16:creationId xmlns:a16="http://schemas.microsoft.com/office/drawing/2014/main" id="{6AEC0664-E9B9-9676-DA5F-F1A4AAF87D96}"/>
                  </a:ext>
                </a:extLst>
              </p14:cNvPr>
              <p14:cNvContentPartPr/>
              <p14:nvPr/>
            </p14:nvContentPartPr>
            <p14:xfrm>
              <a:off x="3106888" y="3480230"/>
              <a:ext cx="360" cy="360"/>
            </p14:xfrm>
          </p:contentPart>
        </mc:Choice>
        <mc:Fallback xmlns="">
          <p:pic>
            <p:nvPicPr>
              <p:cNvPr id="12" name="Inkt 11">
                <a:extLst>
                  <a:ext uri="{FF2B5EF4-FFF2-40B4-BE49-F238E27FC236}">
                    <a16:creationId xmlns:a16="http://schemas.microsoft.com/office/drawing/2014/main" id="{6AEC0664-E9B9-9676-DA5F-F1A4AAF87D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2888" y="337259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t 12">
                <a:extLst>
                  <a:ext uri="{FF2B5EF4-FFF2-40B4-BE49-F238E27FC236}">
                    <a16:creationId xmlns:a16="http://schemas.microsoft.com/office/drawing/2014/main" id="{64F0C3FB-96EA-FA8E-6289-7DE363C2DFBD}"/>
                  </a:ext>
                </a:extLst>
              </p14:cNvPr>
              <p14:cNvContentPartPr/>
              <p14:nvPr/>
            </p14:nvContentPartPr>
            <p14:xfrm>
              <a:off x="3097528" y="3694790"/>
              <a:ext cx="360" cy="360"/>
            </p14:xfrm>
          </p:contentPart>
        </mc:Choice>
        <mc:Fallback xmlns="">
          <p:pic>
            <p:nvPicPr>
              <p:cNvPr id="13" name="Inkt 12">
                <a:extLst>
                  <a:ext uri="{FF2B5EF4-FFF2-40B4-BE49-F238E27FC236}">
                    <a16:creationId xmlns:a16="http://schemas.microsoft.com/office/drawing/2014/main" id="{64F0C3FB-96EA-FA8E-6289-7DE363C2DF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3528" y="358715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t 13">
                <a:extLst>
                  <a:ext uri="{FF2B5EF4-FFF2-40B4-BE49-F238E27FC236}">
                    <a16:creationId xmlns:a16="http://schemas.microsoft.com/office/drawing/2014/main" id="{C23C4FC0-F9B5-9783-4EEC-9E446FA97C93}"/>
                  </a:ext>
                </a:extLst>
              </p14:cNvPr>
              <p14:cNvContentPartPr/>
              <p14:nvPr/>
            </p14:nvContentPartPr>
            <p14:xfrm>
              <a:off x="3097528" y="3769310"/>
              <a:ext cx="360" cy="360"/>
            </p14:xfrm>
          </p:contentPart>
        </mc:Choice>
        <mc:Fallback xmlns="">
          <p:pic>
            <p:nvPicPr>
              <p:cNvPr id="14" name="Inkt 13">
                <a:extLst>
                  <a:ext uri="{FF2B5EF4-FFF2-40B4-BE49-F238E27FC236}">
                    <a16:creationId xmlns:a16="http://schemas.microsoft.com/office/drawing/2014/main" id="{C23C4FC0-F9B5-9783-4EEC-9E446FA97C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3528" y="3661670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249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DE04D-E749-E1C3-71CE-E3A0D5255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FAE39F7-F24B-9A23-20A4-ED896EB28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Case 2: </a:t>
            </a:r>
            <a:r>
              <a:rPr lang="fr-BE" b="0" dirty="0" err="1"/>
              <a:t>internal</a:t>
            </a:r>
            <a:r>
              <a:rPr lang="fr-BE" b="0" dirty="0"/>
              <a:t> </a:t>
            </a:r>
            <a:r>
              <a:rPr lang="fr-BE" b="0" dirty="0" err="1"/>
              <a:t>payment</a:t>
            </a:r>
            <a:r>
              <a:rPr lang="fr-BE" b="0" dirty="0"/>
              <a:t>, OB validation passes</a:t>
            </a:r>
            <a:endParaRPr lang="en-US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5A45595-0572-6A4A-36EE-B250C1B97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49" y="2519265"/>
            <a:ext cx="9417751" cy="2754693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t 3">
                <a:extLst>
                  <a:ext uri="{FF2B5EF4-FFF2-40B4-BE49-F238E27FC236}">
                    <a16:creationId xmlns:a16="http://schemas.microsoft.com/office/drawing/2014/main" id="{0249ADE4-7BD2-FDA7-001C-62D4191BDEDB}"/>
                  </a:ext>
                </a:extLst>
              </p14:cNvPr>
              <p14:cNvContentPartPr/>
              <p14:nvPr/>
            </p14:nvContentPartPr>
            <p14:xfrm>
              <a:off x="2602888" y="3442790"/>
              <a:ext cx="360" cy="360"/>
            </p14:xfrm>
          </p:contentPart>
        </mc:Choice>
        <mc:Fallback xmlns="">
          <p:pic>
            <p:nvPicPr>
              <p:cNvPr id="4" name="Inkt 3">
                <a:extLst>
                  <a:ext uri="{FF2B5EF4-FFF2-40B4-BE49-F238E27FC236}">
                    <a16:creationId xmlns:a16="http://schemas.microsoft.com/office/drawing/2014/main" id="{0249ADE4-7BD2-FDA7-001C-62D4191BDE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9248" y="333515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t 4">
                <a:extLst>
                  <a:ext uri="{FF2B5EF4-FFF2-40B4-BE49-F238E27FC236}">
                    <a16:creationId xmlns:a16="http://schemas.microsoft.com/office/drawing/2014/main" id="{5E6EFC81-EF4A-3B78-953D-A0B2A793C43E}"/>
                  </a:ext>
                </a:extLst>
              </p14:cNvPr>
              <p14:cNvContentPartPr/>
              <p14:nvPr/>
            </p14:nvContentPartPr>
            <p14:xfrm>
              <a:off x="2602888" y="3629270"/>
              <a:ext cx="360" cy="360"/>
            </p14:xfrm>
          </p:contentPart>
        </mc:Choice>
        <mc:Fallback xmlns="">
          <p:pic>
            <p:nvPicPr>
              <p:cNvPr id="5" name="Inkt 4">
                <a:extLst>
                  <a:ext uri="{FF2B5EF4-FFF2-40B4-BE49-F238E27FC236}">
                    <a16:creationId xmlns:a16="http://schemas.microsoft.com/office/drawing/2014/main" id="{5E6EFC81-EF4A-3B78-953D-A0B2A793C4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9248" y="352163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t 5">
                <a:extLst>
                  <a:ext uri="{FF2B5EF4-FFF2-40B4-BE49-F238E27FC236}">
                    <a16:creationId xmlns:a16="http://schemas.microsoft.com/office/drawing/2014/main" id="{C903B8C2-A123-4B45-F74D-FB4B3611ED93}"/>
                  </a:ext>
                </a:extLst>
              </p14:cNvPr>
              <p14:cNvContentPartPr/>
              <p14:nvPr/>
            </p14:nvContentPartPr>
            <p14:xfrm>
              <a:off x="2602888" y="3713510"/>
              <a:ext cx="360" cy="360"/>
            </p14:xfrm>
          </p:contentPart>
        </mc:Choice>
        <mc:Fallback xmlns="">
          <p:pic>
            <p:nvPicPr>
              <p:cNvPr id="6" name="Inkt 5">
                <a:extLst>
                  <a:ext uri="{FF2B5EF4-FFF2-40B4-BE49-F238E27FC236}">
                    <a16:creationId xmlns:a16="http://schemas.microsoft.com/office/drawing/2014/main" id="{C903B8C2-A123-4B45-F74D-FB4B3611ED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9248" y="360551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t 7">
                <a:extLst>
                  <a:ext uri="{FF2B5EF4-FFF2-40B4-BE49-F238E27FC236}">
                    <a16:creationId xmlns:a16="http://schemas.microsoft.com/office/drawing/2014/main" id="{09E1A5DD-CA49-8EA9-DACB-3A775EF74E28}"/>
                  </a:ext>
                </a:extLst>
              </p14:cNvPr>
              <p14:cNvContentPartPr/>
              <p14:nvPr/>
            </p14:nvContentPartPr>
            <p14:xfrm>
              <a:off x="2836528" y="4189070"/>
              <a:ext cx="360" cy="360"/>
            </p14:xfrm>
          </p:contentPart>
        </mc:Choice>
        <mc:Fallback xmlns="">
          <p:pic>
            <p:nvPicPr>
              <p:cNvPr id="8" name="Inkt 7">
                <a:extLst>
                  <a:ext uri="{FF2B5EF4-FFF2-40B4-BE49-F238E27FC236}">
                    <a16:creationId xmlns:a16="http://schemas.microsoft.com/office/drawing/2014/main" id="{09E1A5DD-CA49-8EA9-DACB-3A775EF74E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2888" y="408143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t 8">
                <a:extLst>
                  <a:ext uri="{FF2B5EF4-FFF2-40B4-BE49-F238E27FC236}">
                    <a16:creationId xmlns:a16="http://schemas.microsoft.com/office/drawing/2014/main" id="{4F0BD70B-751C-F6FA-F60D-838080DD2234}"/>
                  </a:ext>
                </a:extLst>
              </p14:cNvPr>
              <p14:cNvContentPartPr/>
              <p14:nvPr/>
            </p14:nvContentPartPr>
            <p14:xfrm>
              <a:off x="2836528" y="4347830"/>
              <a:ext cx="360" cy="360"/>
            </p14:xfrm>
          </p:contentPart>
        </mc:Choice>
        <mc:Fallback xmlns="">
          <p:pic>
            <p:nvPicPr>
              <p:cNvPr id="9" name="Inkt 8">
                <a:extLst>
                  <a:ext uri="{FF2B5EF4-FFF2-40B4-BE49-F238E27FC236}">
                    <a16:creationId xmlns:a16="http://schemas.microsoft.com/office/drawing/2014/main" id="{4F0BD70B-751C-F6FA-F60D-838080DD22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2888" y="423983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t 10">
                <a:extLst>
                  <a:ext uri="{FF2B5EF4-FFF2-40B4-BE49-F238E27FC236}">
                    <a16:creationId xmlns:a16="http://schemas.microsoft.com/office/drawing/2014/main" id="{E6CBC535-1AE2-C3E1-6460-D75038C4B9C7}"/>
                  </a:ext>
                </a:extLst>
              </p14:cNvPr>
              <p14:cNvContentPartPr/>
              <p14:nvPr/>
            </p14:nvContentPartPr>
            <p14:xfrm>
              <a:off x="2826808" y="4459790"/>
              <a:ext cx="4320" cy="360"/>
            </p14:xfrm>
          </p:contentPart>
        </mc:Choice>
        <mc:Fallback xmlns="">
          <p:pic>
            <p:nvPicPr>
              <p:cNvPr id="11" name="Inkt 10">
                <a:extLst>
                  <a:ext uri="{FF2B5EF4-FFF2-40B4-BE49-F238E27FC236}">
                    <a16:creationId xmlns:a16="http://schemas.microsoft.com/office/drawing/2014/main" id="{E6CBC535-1AE2-C3E1-6460-D75038C4B9C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73168" y="4351790"/>
                <a:ext cx="11196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4799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5C8C-16B1-8818-2884-14550D378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F098D7C-9BD6-0671-3F06-9BCB28B1A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Case 3: </a:t>
            </a:r>
            <a:r>
              <a:rPr lang="fr-FR" b="0" dirty="0" err="1"/>
              <a:t>external</a:t>
            </a:r>
            <a:r>
              <a:rPr lang="fr-FR" b="0" dirty="0"/>
              <a:t> </a:t>
            </a:r>
            <a:r>
              <a:rPr lang="fr-FR" b="0" dirty="0" err="1"/>
              <a:t>payment</a:t>
            </a:r>
            <a:r>
              <a:rPr lang="fr-FR" b="0" dirty="0"/>
              <a:t>, OB validation passes, CB validation fails</a:t>
            </a:r>
            <a:endParaRPr lang="en-US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B539989B-DB16-56D8-6D2C-D4A1CCF42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49" y="2519265"/>
            <a:ext cx="9417751" cy="2754693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t 4">
                <a:extLst>
                  <a:ext uri="{FF2B5EF4-FFF2-40B4-BE49-F238E27FC236}">
                    <a16:creationId xmlns:a16="http://schemas.microsoft.com/office/drawing/2014/main" id="{28B3E4FF-2721-D6BA-9CC2-427DA31C3CCE}"/>
                  </a:ext>
                </a:extLst>
              </p14:cNvPr>
              <p14:cNvContentPartPr/>
              <p14:nvPr/>
            </p14:nvContentPartPr>
            <p14:xfrm>
              <a:off x="3274648" y="3217790"/>
              <a:ext cx="642600" cy="58680"/>
            </p14:xfrm>
          </p:contentPart>
        </mc:Choice>
        <mc:Fallback xmlns="">
          <p:pic>
            <p:nvPicPr>
              <p:cNvPr id="5" name="Inkt 4">
                <a:extLst>
                  <a:ext uri="{FF2B5EF4-FFF2-40B4-BE49-F238E27FC236}">
                    <a16:creationId xmlns:a16="http://schemas.microsoft.com/office/drawing/2014/main" id="{28B3E4FF-2721-D6BA-9CC2-427DA31C3C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1008" y="3109790"/>
                <a:ext cx="7502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t 5">
                <a:extLst>
                  <a:ext uri="{FF2B5EF4-FFF2-40B4-BE49-F238E27FC236}">
                    <a16:creationId xmlns:a16="http://schemas.microsoft.com/office/drawing/2014/main" id="{529F9858-8373-3468-D97F-D82399A9569B}"/>
                  </a:ext>
                </a:extLst>
              </p14:cNvPr>
              <p14:cNvContentPartPr/>
              <p14:nvPr/>
            </p14:nvContentPartPr>
            <p14:xfrm>
              <a:off x="4711768" y="3237230"/>
              <a:ext cx="839880" cy="57240"/>
            </p14:xfrm>
          </p:contentPart>
        </mc:Choice>
        <mc:Fallback xmlns="">
          <p:pic>
            <p:nvPicPr>
              <p:cNvPr id="6" name="Inkt 5">
                <a:extLst>
                  <a:ext uri="{FF2B5EF4-FFF2-40B4-BE49-F238E27FC236}">
                    <a16:creationId xmlns:a16="http://schemas.microsoft.com/office/drawing/2014/main" id="{529F9858-8373-3468-D97F-D82399A956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58128" y="3129590"/>
                <a:ext cx="9475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t 7">
                <a:extLst>
                  <a:ext uri="{FF2B5EF4-FFF2-40B4-BE49-F238E27FC236}">
                    <a16:creationId xmlns:a16="http://schemas.microsoft.com/office/drawing/2014/main" id="{89E95BEF-8EC3-D6A4-8970-7E39E34C115B}"/>
                  </a:ext>
                </a:extLst>
              </p14:cNvPr>
              <p14:cNvContentPartPr/>
              <p14:nvPr/>
            </p14:nvContentPartPr>
            <p14:xfrm>
              <a:off x="5990128" y="3480230"/>
              <a:ext cx="15120" cy="166680"/>
            </p14:xfrm>
          </p:contentPart>
        </mc:Choice>
        <mc:Fallback xmlns="">
          <p:pic>
            <p:nvPicPr>
              <p:cNvPr id="8" name="Inkt 7">
                <a:extLst>
                  <a:ext uri="{FF2B5EF4-FFF2-40B4-BE49-F238E27FC236}">
                    <a16:creationId xmlns:a16="http://schemas.microsoft.com/office/drawing/2014/main" id="{89E95BEF-8EC3-D6A4-8970-7E39E34C115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36488" y="3372590"/>
                <a:ext cx="12276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t 8">
                <a:extLst>
                  <a:ext uri="{FF2B5EF4-FFF2-40B4-BE49-F238E27FC236}">
                    <a16:creationId xmlns:a16="http://schemas.microsoft.com/office/drawing/2014/main" id="{0D813D04-1282-B331-008F-87AA276D187D}"/>
                  </a:ext>
                </a:extLst>
              </p14:cNvPr>
              <p14:cNvContentPartPr/>
              <p14:nvPr/>
            </p14:nvContentPartPr>
            <p14:xfrm>
              <a:off x="4731568" y="3809270"/>
              <a:ext cx="811080" cy="45360"/>
            </p14:xfrm>
          </p:contentPart>
        </mc:Choice>
        <mc:Fallback xmlns="">
          <p:pic>
            <p:nvPicPr>
              <p:cNvPr id="9" name="Inkt 8">
                <a:extLst>
                  <a:ext uri="{FF2B5EF4-FFF2-40B4-BE49-F238E27FC236}">
                    <a16:creationId xmlns:a16="http://schemas.microsoft.com/office/drawing/2014/main" id="{0D813D04-1282-B331-008F-87AA276D187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77568" y="3701270"/>
                <a:ext cx="91872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t 10">
                <a:extLst>
                  <a:ext uri="{FF2B5EF4-FFF2-40B4-BE49-F238E27FC236}">
                    <a16:creationId xmlns:a16="http://schemas.microsoft.com/office/drawing/2014/main" id="{913A0AD8-C1E8-8260-CCA8-B7BA262DB74B}"/>
                  </a:ext>
                </a:extLst>
              </p14:cNvPr>
              <p14:cNvContentPartPr/>
              <p14:nvPr/>
            </p14:nvContentPartPr>
            <p14:xfrm>
              <a:off x="3243688" y="3797390"/>
              <a:ext cx="628920" cy="168480"/>
            </p14:xfrm>
          </p:contentPart>
        </mc:Choice>
        <mc:Fallback xmlns="">
          <p:pic>
            <p:nvPicPr>
              <p:cNvPr id="11" name="Inkt 10">
                <a:extLst>
                  <a:ext uri="{FF2B5EF4-FFF2-40B4-BE49-F238E27FC236}">
                    <a16:creationId xmlns:a16="http://schemas.microsoft.com/office/drawing/2014/main" id="{913A0AD8-C1E8-8260-CCA8-B7BA262DB74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89688" y="3689390"/>
                <a:ext cx="736560" cy="38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472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644EC-EFF1-A1B9-3D62-E2CBC8886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BF3F4DF-9F9C-EA6F-9B36-19C3B977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Case 4: </a:t>
            </a:r>
            <a:r>
              <a:rPr lang="fr-BE" b="0" dirty="0"/>
              <a:t>OB &amp; CB validation </a:t>
            </a:r>
            <a:r>
              <a:rPr lang="fr-BE" b="0" dirty="0" err="1"/>
              <a:t>pass</a:t>
            </a:r>
            <a:r>
              <a:rPr lang="fr-BE" b="0" dirty="0"/>
              <a:t>, BB validation fails</a:t>
            </a:r>
            <a:endParaRPr lang="en-US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F2BB11D-E31A-FC2A-E1AA-040E489AD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49" y="2519265"/>
            <a:ext cx="9417751" cy="2754693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t 1">
                <a:extLst>
                  <a:ext uri="{FF2B5EF4-FFF2-40B4-BE49-F238E27FC236}">
                    <a16:creationId xmlns:a16="http://schemas.microsoft.com/office/drawing/2014/main" id="{FAE39B30-D1F4-8AF1-5142-084DB4B7C316}"/>
                  </a:ext>
                </a:extLst>
              </p14:cNvPr>
              <p14:cNvContentPartPr/>
              <p14:nvPr/>
            </p14:nvContentPartPr>
            <p14:xfrm>
              <a:off x="3237568" y="3218150"/>
              <a:ext cx="782640" cy="10440"/>
            </p14:xfrm>
          </p:contentPart>
        </mc:Choice>
        <mc:Fallback xmlns="">
          <p:pic>
            <p:nvPicPr>
              <p:cNvPr id="2" name="Inkt 1">
                <a:extLst>
                  <a:ext uri="{FF2B5EF4-FFF2-40B4-BE49-F238E27FC236}">
                    <a16:creationId xmlns:a16="http://schemas.microsoft.com/office/drawing/2014/main" id="{FAE39B30-D1F4-8AF1-5142-084DB4B7C3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83928" y="3110150"/>
                <a:ext cx="8902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t 2">
                <a:extLst>
                  <a:ext uri="{FF2B5EF4-FFF2-40B4-BE49-F238E27FC236}">
                    <a16:creationId xmlns:a16="http://schemas.microsoft.com/office/drawing/2014/main" id="{6048B9AA-5A53-26F5-E7ED-39669C799A6B}"/>
                  </a:ext>
                </a:extLst>
              </p14:cNvPr>
              <p14:cNvContentPartPr/>
              <p14:nvPr/>
            </p14:nvContentPartPr>
            <p14:xfrm>
              <a:off x="4702408" y="3236870"/>
              <a:ext cx="971640" cy="10800"/>
            </p14:xfrm>
          </p:contentPart>
        </mc:Choice>
        <mc:Fallback xmlns="">
          <p:pic>
            <p:nvPicPr>
              <p:cNvPr id="3" name="Inkt 2">
                <a:extLst>
                  <a:ext uri="{FF2B5EF4-FFF2-40B4-BE49-F238E27FC236}">
                    <a16:creationId xmlns:a16="http://schemas.microsoft.com/office/drawing/2014/main" id="{6048B9AA-5A53-26F5-E7ED-39669C799A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48768" y="3128870"/>
                <a:ext cx="10792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t 3">
                <a:extLst>
                  <a:ext uri="{FF2B5EF4-FFF2-40B4-BE49-F238E27FC236}">
                    <a16:creationId xmlns:a16="http://schemas.microsoft.com/office/drawing/2014/main" id="{0A457D0B-760E-8E65-2D98-DD143B2A3292}"/>
                  </a:ext>
                </a:extLst>
              </p14:cNvPr>
              <p14:cNvContentPartPr/>
              <p14:nvPr/>
            </p14:nvContentPartPr>
            <p14:xfrm>
              <a:off x="6391168" y="3237230"/>
              <a:ext cx="706320" cy="38880"/>
            </p14:xfrm>
          </p:contentPart>
        </mc:Choice>
        <mc:Fallback xmlns="">
          <p:pic>
            <p:nvPicPr>
              <p:cNvPr id="4" name="Inkt 3">
                <a:extLst>
                  <a:ext uri="{FF2B5EF4-FFF2-40B4-BE49-F238E27FC236}">
                    <a16:creationId xmlns:a16="http://schemas.microsoft.com/office/drawing/2014/main" id="{0A457D0B-760E-8E65-2D98-DD143B2A32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37528" y="3129590"/>
                <a:ext cx="8139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t 4">
                <a:extLst>
                  <a:ext uri="{FF2B5EF4-FFF2-40B4-BE49-F238E27FC236}">
                    <a16:creationId xmlns:a16="http://schemas.microsoft.com/office/drawing/2014/main" id="{EC9008DC-967B-7BC2-BB65-278A30CBA612}"/>
                  </a:ext>
                </a:extLst>
              </p14:cNvPr>
              <p14:cNvContentPartPr/>
              <p14:nvPr/>
            </p14:nvContentPartPr>
            <p14:xfrm>
              <a:off x="7790848" y="3228230"/>
              <a:ext cx="978840" cy="1031760"/>
            </p14:xfrm>
          </p:contentPart>
        </mc:Choice>
        <mc:Fallback xmlns="">
          <p:pic>
            <p:nvPicPr>
              <p:cNvPr id="5" name="Inkt 4">
                <a:extLst>
                  <a:ext uri="{FF2B5EF4-FFF2-40B4-BE49-F238E27FC236}">
                    <a16:creationId xmlns:a16="http://schemas.microsoft.com/office/drawing/2014/main" id="{EC9008DC-967B-7BC2-BB65-278A30CBA61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37208" y="3120230"/>
                <a:ext cx="1086480" cy="12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t 5">
                <a:extLst>
                  <a:ext uri="{FF2B5EF4-FFF2-40B4-BE49-F238E27FC236}">
                    <a16:creationId xmlns:a16="http://schemas.microsoft.com/office/drawing/2014/main" id="{09CC8B36-7B13-AB44-0A7A-0F871D2F3523}"/>
                  </a:ext>
                </a:extLst>
              </p14:cNvPr>
              <p14:cNvContentPartPr/>
              <p14:nvPr/>
            </p14:nvContentPartPr>
            <p14:xfrm>
              <a:off x="9414448" y="4487870"/>
              <a:ext cx="17280" cy="195840"/>
            </p14:xfrm>
          </p:contentPart>
        </mc:Choice>
        <mc:Fallback xmlns="">
          <p:pic>
            <p:nvPicPr>
              <p:cNvPr id="6" name="Inkt 5">
                <a:extLst>
                  <a:ext uri="{FF2B5EF4-FFF2-40B4-BE49-F238E27FC236}">
                    <a16:creationId xmlns:a16="http://schemas.microsoft.com/office/drawing/2014/main" id="{09CC8B36-7B13-AB44-0A7A-0F871D2F352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360448" y="4380230"/>
                <a:ext cx="12492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t 8">
                <a:extLst>
                  <a:ext uri="{FF2B5EF4-FFF2-40B4-BE49-F238E27FC236}">
                    <a16:creationId xmlns:a16="http://schemas.microsoft.com/office/drawing/2014/main" id="{100D2039-B096-ED7B-D3C1-26A91226142B}"/>
                  </a:ext>
                </a:extLst>
              </p14:cNvPr>
              <p14:cNvContentPartPr/>
              <p14:nvPr/>
            </p14:nvContentPartPr>
            <p14:xfrm>
              <a:off x="7842328" y="3825470"/>
              <a:ext cx="947520" cy="989280"/>
            </p14:xfrm>
          </p:contentPart>
        </mc:Choice>
        <mc:Fallback xmlns="">
          <p:pic>
            <p:nvPicPr>
              <p:cNvPr id="9" name="Inkt 8">
                <a:extLst>
                  <a:ext uri="{FF2B5EF4-FFF2-40B4-BE49-F238E27FC236}">
                    <a16:creationId xmlns:a16="http://schemas.microsoft.com/office/drawing/2014/main" id="{100D2039-B096-ED7B-D3C1-26A91226142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88328" y="3717830"/>
                <a:ext cx="1055160" cy="12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t 9">
                <a:extLst>
                  <a:ext uri="{FF2B5EF4-FFF2-40B4-BE49-F238E27FC236}">
                    <a16:creationId xmlns:a16="http://schemas.microsoft.com/office/drawing/2014/main" id="{B85D5F7D-1CC0-3DF2-B46D-9254E71561D7}"/>
                  </a:ext>
                </a:extLst>
              </p14:cNvPr>
              <p14:cNvContentPartPr/>
              <p14:nvPr/>
            </p14:nvContentPartPr>
            <p14:xfrm>
              <a:off x="6400168" y="3797390"/>
              <a:ext cx="654120" cy="360"/>
            </p14:xfrm>
          </p:contentPart>
        </mc:Choice>
        <mc:Fallback xmlns="">
          <p:pic>
            <p:nvPicPr>
              <p:cNvPr id="10" name="Inkt 9">
                <a:extLst>
                  <a:ext uri="{FF2B5EF4-FFF2-40B4-BE49-F238E27FC236}">
                    <a16:creationId xmlns:a16="http://schemas.microsoft.com/office/drawing/2014/main" id="{B85D5F7D-1CC0-3DF2-B46D-9254E71561D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46528" y="3689390"/>
                <a:ext cx="761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Inkt 10">
                <a:extLst>
                  <a:ext uri="{FF2B5EF4-FFF2-40B4-BE49-F238E27FC236}">
                    <a16:creationId xmlns:a16="http://schemas.microsoft.com/office/drawing/2014/main" id="{1B6192C0-1FC0-8D29-35BE-CF74F3772273}"/>
                  </a:ext>
                </a:extLst>
              </p14:cNvPr>
              <p14:cNvContentPartPr/>
              <p14:nvPr/>
            </p14:nvContentPartPr>
            <p14:xfrm>
              <a:off x="4763968" y="3821870"/>
              <a:ext cx="769680" cy="13320"/>
            </p14:xfrm>
          </p:contentPart>
        </mc:Choice>
        <mc:Fallback xmlns="">
          <p:pic>
            <p:nvPicPr>
              <p:cNvPr id="11" name="Inkt 10">
                <a:extLst>
                  <a:ext uri="{FF2B5EF4-FFF2-40B4-BE49-F238E27FC236}">
                    <a16:creationId xmlns:a16="http://schemas.microsoft.com/office/drawing/2014/main" id="{1B6192C0-1FC0-8D29-35BE-CF74F377227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709968" y="3713870"/>
                <a:ext cx="8773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t 13">
                <a:extLst>
                  <a:ext uri="{FF2B5EF4-FFF2-40B4-BE49-F238E27FC236}">
                    <a16:creationId xmlns:a16="http://schemas.microsoft.com/office/drawing/2014/main" id="{543DFF6B-58E5-349A-19B7-3A3ACC2725B0}"/>
                  </a:ext>
                </a:extLst>
              </p14:cNvPr>
              <p14:cNvContentPartPr/>
              <p14:nvPr/>
            </p14:nvContentPartPr>
            <p14:xfrm>
              <a:off x="3265288" y="3816110"/>
              <a:ext cx="615960" cy="140400"/>
            </p14:xfrm>
          </p:contentPart>
        </mc:Choice>
        <mc:Fallback xmlns="">
          <p:pic>
            <p:nvPicPr>
              <p:cNvPr id="14" name="Inkt 13">
                <a:extLst>
                  <a:ext uri="{FF2B5EF4-FFF2-40B4-BE49-F238E27FC236}">
                    <a16:creationId xmlns:a16="http://schemas.microsoft.com/office/drawing/2014/main" id="{543DFF6B-58E5-349A-19B7-3A3ACC2725B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211648" y="3708110"/>
                <a:ext cx="723600" cy="35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5562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3280E-3E54-63DB-CF41-C01E4DC66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B61FB71-4553-91D5-3A52-B48734DE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Case 5: </a:t>
            </a:r>
            <a:r>
              <a:rPr lang="en-US" b="0" dirty="0"/>
              <a:t>OB, CB &amp; BB validation all pass</a:t>
            </a:r>
            <a:endParaRPr lang="en-US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0CE772A-E043-6449-2462-8C7F130C0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49" y="2519265"/>
            <a:ext cx="9417751" cy="2754693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t 2">
                <a:extLst>
                  <a:ext uri="{FF2B5EF4-FFF2-40B4-BE49-F238E27FC236}">
                    <a16:creationId xmlns:a16="http://schemas.microsoft.com/office/drawing/2014/main" id="{DBADDFE2-1B91-A01B-582E-195DA5EBBEA6}"/>
                  </a:ext>
                </a:extLst>
              </p14:cNvPr>
              <p14:cNvContentPartPr/>
              <p14:nvPr/>
            </p14:nvContentPartPr>
            <p14:xfrm>
              <a:off x="3274648" y="3246950"/>
              <a:ext cx="613080" cy="360"/>
            </p14:xfrm>
          </p:contentPart>
        </mc:Choice>
        <mc:Fallback xmlns="">
          <p:pic>
            <p:nvPicPr>
              <p:cNvPr id="3" name="Inkt 2">
                <a:extLst>
                  <a:ext uri="{FF2B5EF4-FFF2-40B4-BE49-F238E27FC236}">
                    <a16:creationId xmlns:a16="http://schemas.microsoft.com/office/drawing/2014/main" id="{DBADDFE2-1B91-A01B-582E-195DA5EBBE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1008" y="3139310"/>
                <a:ext cx="720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t 3">
                <a:extLst>
                  <a:ext uri="{FF2B5EF4-FFF2-40B4-BE49-F238E27FC236}">
                    <a16:creationId xmlns:a16="http://schemas.microsoft.com/office/drawing/2014/main" id="{54A6BEC0-2314-8B88-8D61-0977C11357B6}"/>
                  </a:ext>
                </a:extLst>
              </p14:cNvPr>
              <p14:cNvContentPartPr/>
              <p14:nvPr/>
            </p14:nvContentPartPr>
            <p14:xfrm>
              <a:off x="4767928" y="3215270"/>
              <a:ext cx="830520" cy="22680"/>
            </p14:xfrm>
          </p:contentPart>
        </mc:Choice>
        <mc:Fallback xmlns="">
          <p:pic>
            <p:nvPicPr>
              <p:cNvPr id="4" name="Inkt 3">
                <a:extLst>
                  <a:ext uri="{FF2B5EF4-FFF2-40B4-BE49-F238E27FC236}">
                    <a16:creationId xmlns:a16="http://schemas.microsoft.com/office/drawing/2014/main" id="{54A6BEC0-2314-8B88-8D61-0977C11357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13928" y="3107270"/>
                <a:ext cx="9381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t 4">
                <a:extLst>
                  <a:ext uri="{FF2B5EF4-FFF2-40B4-BE49-F238E27FC236}">
                    <a16:creationId xmlns:a16="http://schemas.microsoft.com/office/drawing/2014/main" id="{4492F072-5DF4-36C3-EEB2-AEA65B390688}"/>
                  </a:ext>
                </a:extLst>
              </p14:cNvPr>
              <p14:cNvContentPartPr/>
              <p14:nvPr/>
            </p14:nvContentPartPr>
            <p14:xfrm>
              <a:off x="6447328" y="3228230"/>
              <a:ext cx="609120" cy="28440"/>
            </p14:xfrm>
          </p:contentPart>
        </mc:Choice>
        <mc:Fallback xmlns="">
          <p:pic>
            <p:nvPicPr>
              <p:cNvPr id="5" name="Inkt 4">
                <a:extLst>
                  <a:ext uri="{FF2B5EF4-FFF2-40B4-BE49-F238E27FC236}">
                    <a16:creationId xmlns:a16="http://schemas.microsoft.com/office/drawing/2014/main" id="{4492F072-5DF4-36C3-EEB2-AEA65B39068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93328" y="3120590"/>
                <a:ext cx="7167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t 5">
                <a:extLst>
                  <a:ext uri="{FF2B5EF4-FFF2-40B4-BE49-F238E27FC236}">
                    <a16:creationId xmlns:a16="http://schemas.microsoft.com/office/drawing/2014/main" id="{E02819BB-335B-8A1C-5A51-FE5AE66092EB}"/>
                  </a:ext>
                </a:extLst>
              </p14:cNvPr>
              <p14:cNvContentPartPr/>
              <p14:nvPr/>
            </p14:nvContentPartPr>
            <p14:xfrm>
              <a:off x="7884448" y="3303110"/>
              <a:ext cx="857160" cy="1046520"/>
            </p14:xfrm>
          </p:contentPart>
        </mc:Choice>
        <mc:Fallback xmlns="">
          <p:pic>
            <p:nvPicPr>
              <p:cNvPr id="6" name="Inkt 5">
                <a:extLst>
                  <a:ext uri="{FF2B5EF4-FFF2-40B4-BE49-F238E27FC236}">
                    <a16:creationId xmlns:a16="http://schemas.microsoft.com/office/drawing/2014/main" id="{E02819BB-335B-8A1C-5A51-FE5AE66092E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30448" y="3195110"/>
                <a:ext cx="964800" cy="12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t 7">
                <a:extLst>
                  <a:ext uri="{FF2B5EF4-FFF2-40B4-BE49-F238E27FC236}">
                    <a16:creationId xmlns:a16="http://schemas.microsoft.com/office/drawing/2014/main" id="{1617551C-2DDF-97E6-9476-2DFFF7432D2A}"/>
                  </a:ext>
                </a:extLst>
              </p14:cNvPr>
              <p14:cNvContentPartPr/>
              <p14:nvPr/>
            </p14:nvContentPartPr>
            <p14:xfrm>
              <a:off x="9573208" y="4122110"/>
              <a:ext cx="574560" cy="279360"/>
            </p14:xfrm>
          </p:contentPart>
        </mc:Choice>
        <mc:Fallback xmlns="">
          <p:pic>
            <p:nvPicPr>
              <p:cNvPr id="8" name="Inkt 7">
                <a:extLst>
                  <a:ext uri="{FF2B5EF4-FFF2-40B4-BE49-F238E27FC236}">
                    <a16:creationId xmlns:a16="http://schemas.microsoft.com/office/drawing/2014/main" id="{1617551C-2DDF-97E6-9476-2DFFF7432D2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19208" y="4014470"/>
                <a:ext cx="68220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t 9">
                <a:extLst>
                  <a:ext uri="{FF2B5EF4-FFF2-40B4-BE49-F238E27FC236}">
                    <a16:creationId xmlns:a16="http://schemas.microsoft.com/office/drawing/2014/main" id="{9C0C5D70-7195-07E7-3866-9B8E1C00A39E}"/>
                  </a:ext>
                </a:extLst>
              </p14:cNvPr>
              <p14:cNvContentPartPr/>
              <p14:nvPr/>
            </p14:nvContentPartPr>
            <p14:xfrm>
              <a:off x="10539808" y="4161350"/>
              <a:ext cx="3960" cy="360"/>
            </p14:xfrm>
          </p:contentPart>
        </mc:Choice>
        <mc:Fallback xmlns="">
          <p:pic>
            <p:nvPicPr>
              <p:cNvPr id="10" name="Inkt 9">
                <a:extLst>
                  <a:ext uri="{FF2B5EF4-FFF2-40B4-BE49-F238E27FC236}">
                    <a16:creationId xmlns:a16="http://schemas.microsoft.com/office/drawing/2014/main" id="{9C0C5D70-7195-07E7-3866-9B8E1C00A39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485808" y="4053350"/>
                <a:ext cx="111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t 10">
                <a:extLst>
                  <a:ext uri="{FF2B5EF4-FFF2-40B4-BE49-F238E27FC236}">
                    <a16:creationId xmlns:a16="http://schemas.microsoft.com/office/drawing/2014/main" id="{71ABB33A-CA25-1CD7-7ABE-AC49A2940370}"/>
                  </a:ext>
                </a:extLst>
              </p14:cNvPr>
              <p14:cNvContentPartPr/>
              <p14:nvPr/>
            </p14:nvContentPartPr>
            <p14:xfrm>
              <a:off x="10571488" y="4366910"/>
              <a:ext cx="360" cy="360"/>
            </p14:xfrm>
          </p:contentPart>
        </mc:Choice>
        <mc:Fallback xmlns="">
          <p:pic>
            <p:nvPicPr>
              <p:cNvPr id="11" name="Inkt 10">
                <a:extLst>
                  <a:ext uri="{FF2B5EF4-FFF2-40B4-BE49-F238E27FC236}">
                    <a16:creationId xmlns:a16="http://schemas.microsoft.com/office/drawing/2014/main" id="{71ABB33A-CA25-1CD7-7ABE-AC49A294037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517848" y="425891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t 11">
                <a:extLst>
                  <a:ext uri="{FF2B5EF4-FFF2-40B4-BE49-F238E27FC236}">
                    <a16:creationId xmlns:a16="http://schemas.microsoft.com/office/drawing/2014/main" id="{ACF48E10-238C-679A-49A2-FAC4B2F52214}"/>
                  </a:ext>
                </a:extLst>
              </p14:cNvPr>
              <p14:cNvContentPartPr/>
              <p14:nvPr/>
            </p14:nvContentPartPr>
            <p14:xfrm>
              <a:off x="10548808" y="4347830"/>
              <a:ext cx="3960" cy="360"/>
            </p14:xfrm>
          </p:contentPart>
        </mc:Choice>
        <mc:Fallback xmlns="">
          <p:pic>
            <p:nvPicPr>
              <p:cNvPr id="12" name="Inkt 11">
                <a:extLst>
                  <a:ext uri="{FF2B5EF4-FFF2-40B4-BE49-F238E27FC236}">
                    <a16:creationId xmlns:a16="http://schemas.microsoft.com/office/drawing/2014/main" id="{ACF48E10-238C-679A-49A2-FAC4B2F5221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495168" y="4239830"/>
                <a:ext cx="111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Inkt 12">
                <a:extLst>
                  <a:ext uri="{FF2B5EF4-FFF2-40B4-BE49-F238E27FC236}">
                    <a16:creationId xmlns:a16="http://schemas.microsoft.com/office/drawing/2014/main" id="{4695D212-4B16-D3A8-4FF7-4E2F1ED370B8}"/>
                  </a:ext>
                </a:extLst>
              </p14:cNvPr>
              <p14:cNvContentPartPr/>
              <p14:nvPr/>
            </p14:nvContentPartPr>
            <p14:xfrm>
              <a:off x="10562128" y="4450430"/>
              <a:ext cx="360" cy="360"/>
            </p14:xfrm>
          </p:contentPart>
        </mc:Choice>
        <mc:Fallback xmlns="">
          <p:pic>
            <p:nvPicPr>
              <p:cNvPr id="13" name="Inkt 12">
                <a:extLst>
                  <a:ext uri="{FF2B5EF4-FFF2-40B4-BE49-F238E27FC236}">
                    <a16:creationId xmlns:a16="http://schemas.microsoft.com/office/drawing/2014/main" id="{4695D212-4B16-D3A8-4FF7-4E2F1ED370B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508488" y="434279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t 13">
                <a:extLst>
                  <a:ext uri="{FF2B5EF4-FFF2-40B4-BE49-F238E27FC236}">
                    <a16:creationId xmlns:a16="http://schemas.microsoft.com/office/drawing/2014/main" id="{0A229BD5-82FC-15B5-DFCC-317E4708F356}"/>
                  </a:ext>
                </a:extLst>
              </p14:cNvPr>
              <p14:cNvContentPartPr/>
              <p14:nvPr/>
            </p14:nvContentPartPr>
            <p14:xfrm>
              <a:off x="8901448" y="4544030"/>
              <a:ext cx="360" cy="360"/>
            </p14:xfrm>
          </p:contentPart>
        </mc:Choice>
        <mc:Fallback xmlns="">
          <p:pic>
            <p:nvPicPr>
              <p:cNvPr id="14" name="Inkt 13">
                <a:extLst>
                  <a:ext uri="{FF2B5EF4-FFF2-40B4-BE49-F238E27FC236}">
                    <a16:creationId xmlns:a16="http://schemas.microsoft.com/office/drawing/2014/main" id="{0A229BD5-82FC-15B5-DFCC-317E4708F35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47448" y="443603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t 15">
                <a:extLst>
                  <a:ext uri="{FF2B5EF4-FFF2-40B4-BE49-F238E27FC236}">
                    <a16:creationId xmlns:a16="http://schemas.microsoft.com/office/drawing/2014/main" id="{17F07FC0-A787-8C07-DB58-EE9B1095D21C}"/>
                  </a:ext>
                </a:extLst>
              </p14:cNvPr>
              <p14:cNvContentPartPr/>
              <p14:nvPr/>
            </p14:nvContentPartPr>
            <p14:xfrm>
              <a:off x="8901448" y="4674350"/>
              <a:ext cx="360" cy="360"/>
            </p14:xfrm>
          </p:contentPart>
        </mc:Choice>
        <mc:Fallback xmlns="">
          <p:pic>
            <p:nvPicPr>
              <p:cNvPr id="16" name="Inkt 15">
                <a:extLst>
                  <a:ext uri="{FF2B5EF4-FFF2-40B4-BE49-F238E27FC236}">
                    <a16:creationId xmlns:a16="http://schemas.microsoft.com/office/drawing/2014/main" id="{17F07FC0-A787-8C07-DB58-EE9B1095D21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47448" y="456671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t 16">
                <a:extLst>
                  <a:ext uri="{FF2B5EF4-FFF2-40B4-BE49-F238E27FC236}">
                    <a16:creationId xmlns:a16="http://schemas.microsoft.com/office/drawing/2014/main" id="{3DABB120-6FA0-C751-5BAE-F0302207BDEB}"/>
                  </a:ext>
                </a:extLst>
              </p14:cNvPr>
              <p14:cNvContentPartPr/>
              <p14:nvPr/>
            </p14:nvContentPartPr>
            <p14:xfrm>
              <a:off x="7869688" y="3788030"/>
              <a:ext cx="845280" cy="1017360"/>
            </p14:xfrm>
          </p:contentPart>
        </mc:Choice>
        <mc:Fallback xmlns="">
          <p:pic>
            <p:nvPicPr>
              <p:cNvPr id="17" name="Inkt 16">
                <a:extLst>
                  <a:ext uri="{FF2B5EF4-FFF2-40B4-BE49-F238E27FC236}">
                    <a16:creationId xmlns:a16="http://schemas.microsoft.com/office/drawing/2014/main" id="{3DABB120-6FA0-C751-5BAE-F0302207BDE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816048" y="3680030"/>
                <a:ext cx="952920" cy="12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t 17">
                <a:extLst>
                  <a:ext uri="{FF2B5EF4-FFF2-40B4-BE49-F238E27FC236}">
                    <a16:creationId xmlns:a16="http://schemas.microsoft.com/office/drawing/2014/main" id="{CD869CD7-5970-C54D-92C7-ADF47C388DF9}"/>
                  </a:ext>
                </a:extLst>
              </p14:cNvPr>
              <p14:cNvContentPartPr/>
              <p14:nvPr/>
            </p14:nvContentPartPr>
            <p14:xfrm>
              <a:off x="6410248" y="3740150"/>
              <a:ext cx="615960" cy="20160"/>
            </p14:xfrm>
          </p:contentPart>
        </mc:Choice>
        <mc:Fallback xmlns="">
          <p:pic>
            <p:nvPicPr>
              <p:cNvPr id="18" name="Inkt 17">
                <a:extLst>
                  <a:ext uri="{FF2B5EF4-FFF2-40B4-BE49-F238E27FC236}">
                    <a16:creationId xmlns:a16="http://schemas.microsoft.com/office/drawing/2014/main" id="{CD869CD7-5970-C54D-92C7-ADF47C388DF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356248" y="3632510"/>
                <a:ext cx="7236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t 18">
                <a:extLst>
                  <a:ext uri="{FF2B5EF4-FFF2-40B4-BE49-F238E27FC236}">
                    <a16:creationId xmlns:a16="http://schemas.microsoft.com/office/drawing/2014/main" id="{DCCA93A1-CFA9-2142-C3A0-17045C255D76}"/>
                  </a:ext>
                </a:extLst>
              </p14:cNvPr>
              <p14:cNvContentPartPr/>
              <p14:nvPr/>
            </p14:nvContentPartPr>
            <p14:xfrm>
              <a:off x="4690168" y="3797390"/>
              <a:ext cx="843120" cy="20160"/>
            </p14:xfrm>
          </p:contentPart>
        </mc:Choice>
        <mc:Fallback xmlns="">
          <p:pic>
            <p:nvPicPr>
              <p:cNvPr id="19" name="Inkt 18">
                <a:extLst>
                  <a:ext uri="{FF2B5EF4-FFF2-40B4-BE49-F238E27FC236}">
                    <a16:creationId xmlns:a16="http://schemas.microsoft.com/office/drawing/2014/main" id="{DCCA93A1-CFA9-2142-C3A0-17045C255D7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636528" y="3689390"/>
                <a:ext cx="9507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t 19">
                <a:extLst>
                  <a:ext uri="{FF2B5EF4-FFF2-40B4-BE49-F238E27FC236}">
                    <a16:creationId xmlns:a16="http://schemas.microsoft.com/office/drawing/2014/main" id="{51C1BE98-7EE4-8BAB-9434-2A2D2A4142B1}"/>
                  </a:ext>
                </a:extLst>
              </p14:cNvPr>
              <p14:cNvContentPartPr/>
              <p14:nvPr/>
            </p14:nvContentPartPr>
            <p14:xfrm>
              <a:off x="3297688" y="3797390"/>
              <a:ext cx="574560" cy="140400"/>
            </p14:xfrm>
          </p:contentPart>
        </mc:Choice>
        <mc:Fallback xmlns="">
          <p:pic>
            <p:nvPicPr>
              <p:cNvPr id="20" name="Inkt 19">
                <a:extLst>
                  <a:ext uri="{FF2B5EF4-FFF2-40B4-BE49-F238E27FC236}">
                    <a16:creationId xmlns:a16="http://schemas.microsoft.com/office/drawing/2014/main" id="{51C1BE98-7EE4-8BAB-9434-2A2D2A4142B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244048" y="3689390"/>
                <a:ext cx="68220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t 20">
                <a:extLst>
                  <a:ext uri="{FF2B5EF4-FFF2-40B4-BE49-F238E27FC236}">
                    <a16:creationId xmlns:a16="http://schemas.microsoft.com/office/drawing/2014/main" id="{FCAE3609-B108-40D9-433C-B456501F8E73}"/>
                  </a:ext>
                </a:extLst>
              </p14:cNvPr>
              <p14:cNvContentPartPr/>
              <p14:nvPr/>
            </p14:nvContentPartPr>
            <p14:xfrm>
              <a:off x="2826808" y="4167110"/>
              <a:ext cx="6120" cy="3960"/>
            </p14:xfrm>
          </p:contentPart>
        </mc:Choice>
        <mc:Fallback xmlns="">
          <p:pic>
            <p:nvPicPr>
              <p:cNvPr id="21" name="Inkt 20">
                <a:extLst>
                  <a:ext uri="{FF2B5EF4-FFF2-40B4-BE49-F238E27FC236}">
                    <a16:creationId xmlns:a16="http://schemas.microsoft.com/office/drawing/2014/main" id="{FCAE3609-B108-40D9-433C-B456501F8E7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773168" y="4059110"/>
                <a:ext cx="1137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t 21">
                <a:extLst>
                  <a:ext uri="{FF2B5EF4-FFF2-40B4-BE49-F238E27FC236}">
                    <a16:creationId xmlns:a16="http://schemas.microsoft.com/office/drawing/2014/main" id="{5F91FDC0-1931-E31A-2383-374CC1BC2B5A}"/>
                  </a:ext>
                </a:extLst>
              </p14:cNvPr>
              <p14:cNvContentPartPr/>
              <p14:nvPr/>
            </p14:nvContentPartPr>
            <p14:xfrm>
              <a:off x="2817448" y="4366910"/>
              <a:ext cx="360" cy="360"/>
            </p14:xfrm>
          </p:contentPart>
        </mc:Choice>
        <mc:Fallback xmlns="">
          <p:pic>
            <p:nvPicPr>
              <p:cNvPr id="22" name="Inkt 21">
                <a:extLst>
                  <a:ext uri="{FF2B5EF4-FFF2-40B4-BE49-F238E27FC236}">
                    <a16:creationId xmlns:a16="http://schemas.microsoft.com/office/drawing/2014/main" id="{5F91FDC0-1931-E31A-2383-374CC1BC2B5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63808" y="425891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3" name="Inkt 22">
                <a:extLst>
                  <a:ext uri="{FF2B5EF4-FFF2-40B4-BE49-F238E27FC236}">
                    <a16:creationId xmlns:a16="http://schemas.microsoft.com/office/drawing/2014/main" id="{473B26C1-F175-B05E-4947-1A3517995B6D}"/>
                  </a:ext>
                </a:extLst>
              </p14:cNvPr>
              <p14:cNvContentPartPr/>
              <p14:nvPr/>
            </p14:nvContentPartPr>
            <p14:xfrm>
              <a:off x="2836528" y="4338470"/>
              <a:ext cx="360" cy="360"/>
            </p14:xfrm>
          </p:contentPart>
        </mc:Choice>
        <mc:Fallback xmlns="">
          <p:pic>
            <p:nvPicPr>
              <p:cNvPr id="23" name="Inkt 22">
                <a:extLst>
                  <a:ext uri="{FF2B5EF4-FFF2-40B4-BE49-F238E27FC236}">
                    <a16:creationId xmlns:a16="http://schemas.microsoft.com/office/drawing/2014/main" id="{473B26C1-F175-B05E-4947-1A3517995B6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82888" y="423083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t 23">
                <a:extLst>
                  <a:ext uri="{FF2B5EF4-FFF2-40B4-BE49-F238E27FC236}">
                    <a16:creationId xmlns:a16="http://schemas.microsoft.com/office/drawing/2014/main" id="{E25CDF7F-35F7-3565-F6F1-6468370327B4}"/>
                  </a:ext>
                </a:extLst>
              </p14:cNvPr>
              <p14:cNvContentPartPr/>
              <p14:nvPr/>
            </p14:nvContentPartPr>
            <p14:xfrm>
              <a:off x="2826808" y="4459790"/>
              <a:ext cx="360" cy="360"/>
            </p14:xfrm>
          </p:contentPart>
        </mc:Choice>
        <mc:Fallback xmlns="">
          <p:pic>
            <p:nvPicPr>
              <p:cNvPr id="24" name="Inkt 23">
                <a:extLst>
                  <a:ext uri="{FF2B5EF4-FFF2-40B4-BE49-F238E27FC236}">
                    <a16:creationId xmlns:a16="http://schemas.microsoft.com/office/drawing/2014/main" id="{E25CDF7F-35F7-3565-F6F1-6468370327B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73168" y="4351790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16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F0F3AB-1A39-BEAB-6A9A-E0D53333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what do we do if the OB or BB does not receive a response from the CB if its API is down?</a:t>
            </a:r>
            <a:endParaRPr lang="fr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BB62665-9EF8-A965-921D-AFF9A3232A8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C222F346-2DED-C456-E5C2-13CA609CC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49" y="2519265"/>
            <a:ext cx="9417751" cy="2754693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t 6">
                <a:extLst>
                  <a:ext uri="{FF2B5EF4-FFF2-40B4-BE49-F238E27FC236}">
                    <a16:creationId xmlns:a16="http://schemas.microsoft.com/office/drawing/2014/main" id="{49721BEE-4A73-EBCE-55FB-9699B0222B5D}"/>
                  </a:ext>
                </a:extLst>
              </p14:cNvPr>
              <p14:cNvContentPartPr/>
              <p14:nvPr/>
            </p14:nvContentPartPr>
            <p14:xfrm>
              <a:off x="5410528" y="2957657"/>
              <a:ext cx="40320" cy="1496520"/>
            </p14:xfrm>
          </p:contentPart>
        </mc:Choice>
        <mc:Fallback xmlns="">
          <p:pic>
            <p:nvPicPr>
              <p:cNvPr id="7" name="Inkt 6">
                <a:extLst>
                  <a:ext uri="{FF2B5EF4-FFF2-40B4-BE49-F238E27FC236}">
                    <a16:creationId xmlns:a16="http://schemas.microsoft.com/office/drawing/2014/main" id="{49721BEE-4A73-EBCE-55FB-9699B0222B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56888" y="2849657"/>
                <a:ext cx="147960" cy="171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t 7">
                <a:extLst>
                  <a:ext uri="{FF2B5EF4-FFF2-40B4-BE49-F238E27FC236}">
                    <a16:creationId xmlns:a16="http://schemas.microsoft.com/office/drawing/2014/main" id="{051D8966-1041-91E5-98A3-86DB8C4616CC}"/>
                  </a:ext>
                </a:extLst>
              </p14:cNvPr>
              <p14:cNvContentPartPr/>
              <p14:nvPr/>
            </p14:nvContentPartPr>
            <p14:xfrm>
              <a:off x="5428528" y="4422137"/>
              <a:ext cx="2624760" cy="57240"/>
            </p14:xfrm>
          </p:contentPart>
        </mc:Choice>
        <mc:Fallback xmlns="">
          <p:pic>
            <p:nvPicPr>
              <p:cNvPr id="8" name="Inkt 7">
                <a:extLst>
                  <a:ext uri="{FF2B5EF4-FFF2-40B4-BE49-F238E27FC236}">
                    <a16:creationId xmlns:a16="http://schemas.microsoft.com/office/drawing/2014/main" id="{051D8966-1041-91E5-98A3-86DB8C4616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74528" y="4314497"/>
                <a:ext cx="273240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t 8">
                <a:extLst>
                  <a:ext uri="{FF2B5EF4-FFF2-40B4-BE49-F238E27FC236}">
                    <a16:creationId xmlns:a16="http://schemas.microsoft.com/office/drawing/2014/main" id="{4FEBC0B6-1D45-CD9D-A8B9-7CD567B7B823}"/>
                  </a:ext>
                </a:extLst>
              </p14:cNvPr>
              <p14:cNvContentPartPr/>
              <p14:nvPr/>
            </p14:nvContentPartPr>
            <p14:xfrm>
              <a:off x="8033488" y="2910857"/>
              <a:ext cx="86040" cy="1492560"/>
            </p14:xfrm>
          </p:contentPart>
        </mc:Choice>
        <mc:Fallback xmlns="">
          <p:pic>
            <p:nvPicPr>
              <p:cNvPr id="9" name="Inkt 8">
                <a:extLst>
                  <a:ext uri="{FF2B5EF4-FFF2-40B4-BE49-F238E27FC236}">
                    <a16:creationId xmlns:a16="http://schemas.microsoft.com/office/drawing/2014/main" id="{4FEBC0B6-1D45-CD9D-A8B9-7CD567B7B8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79488" y="2802857"/>
                <a:ext cx="193680" cy="170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t 9">
                <a:extLst>
                  <a:ext uri="{FF2B5EF4-FFF2-40B4-BE49-F238E27FC236}">
                    <a16:creationId xmlns:a16="http://schemas.microsoft.com/office/drawing/2014/main" id="{BF98784B-6208-7B4A-B1FF-A1C29A0725ED}"/>
                  </a:ext>
                </a:extLst>
              </p14:cNvPr>
              <p14:cNvContentPartPr/>
              <p14:nvPr/>
            </p14:nvContentPartPr>
            <p14:xfrm>
              <a:off x="5430328" y="2918777"/>
              <a:ext cx="2613240" cy="30600"/>
            </p14:xfrm>
          </p:contentPart>
        </mc:Choice>
        <mc:Fallback xmlns="">
          <p:pic>
            <p:nvPicPr>
              <p:cNvPr id="10" name="Inkt 9">
                <a:extLst>
                  <a:ext uri="{FF2B5EF4-FFF2-40B4-BE49-F238E27FC236}">
                    <a16:creationId xmlns:a16="http://schemas.microsoft.com/office/drawing/2014/main" id="{BF98784B-6208-7B4A-B1FF-A1C29A0725E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76328" y="2811137"/>
                <a:ext cx="272088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t 10">
                <a:extLst>
                  <a:ext uri="{FF2B5EF4-FFF2-40B4-BE49-F238E27FC236}">
                    <a16:creationId xmlns:a16="http://schemas.microsoft.com/office/drawing/2014/main" id="{F1CD96EC-6B70-B26D-5AD2-407BA3E03881}"/>
                  </a:ext>
                </a:extLst>
              </p14:cNvPr>
              <p14:cNvContentPartPr/>
              <p14:nvPr/>
            </p14:nvContentPartPr>
            <p14:xfrm>
              <a:off x="3218848" y="3237377"/>
              <a:ext cx="675360" cy="20160"/>
            </p14:xfrm>
          </p:contentPart>
        </mc:Choice>
        <mc:Fallback xmlns="">
          <p:pic>
            <p:nvPicPr>
              <p:cNvPr id="11" name="Inkt 10">
                <a:extLst>
                  <a:ext uri="{FF2B5EF4-FFF2-40B4-BE49-F238E27FC236}">
                    <a16:creationId xmlns:a16="http://schemas.microsoft.com/office/drawing/2014/main" id="{F1CD96EC-6B70-B26D-5AD2-407BA3E0388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64848" y="3129737"/>
                <a:ext cx="7830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t 11">
                <a:extLst>
                  <a:ext uri="{FF2B5EF4-FFF2-40B4-BE49-F238E27FC236}">
                    <a16:creationId xmlns:a16="http://schemas.microsoft.com/office/drawing/2014/main" id="{C0FCDAFF-DAD6-4248-EF5A-19B0315DEE56}"/>
                  </a:ext>
                </a:extLst>
              </p14:cNvPr>
              <p14:cNvContentPartPr/>
              <p14:nvPr/>
            </p14:nvContentPartPr>
            <p14:xfrm>
              <a:off x="3308128" y="3461297"/>
              <a:ext cx="946800" cy="559440"/>
            </p14:xfrm>
          </p:contentPart>
        </mc:Choice>
        <mc:Fallback xmlns="">
          <p:pic>
            <p:nvPicPr>
              <p:cNvPr id="12" name="Inkt 11">
                <a:extLst>
                  <a:ext uri="{FF2B5EF4-FFF2-40B4-BE49-F238E27FC236}">
                    <a16:creationId xmlns:a16="http://schemas.microsoft.com/office/drawing/2014/main" id="{C0FCDAFF-DAD6-4248-EF5A-19B0315DEE5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54488" y="3353657"/>
                <a:ext cx="1054440" cy="77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t 12">
                <a:extLst>
                  <a:ext uri="{FF2B5EF4-FFF2-40B4-BE49-F238E27FC236}">
                    <a16:creationId xmlns:a16="http://schemas.microsoft.com/office/drawing/2014/main" id="{F85BF3EE-4F75-96FE-A585-F36C7BC2BED1}"/>
                  </a:ext>
                </a:extLst>
              </p14:cNvPr>
              <p14:cNvContentPartPr/>
              <p14:nvPr/>
            </p14:nvContentPartPr>
            <p14:xfrm>
              <a:off x="2836528" y="4152137"/>
              <a:ext cx="16920" cy="374760"/>
            </p14:xfrm>
          </p:contentPart>
        </mc:Choice>
        <mc:Fallback xmlns="">
          <p:pic>
            <p:nvPicPr>
              <p:cNvPr id="13" name="Inkt 12">
                <a:extLst>
                  <a:ext uri="{FF2B5EF4-FFF2-40B4-BE49-F238E27FC236}">
                    <a16:creationId xmlns:a16="http://schemas.microsoft.com/office/drawing/2014/main" id="{F85BF3EE-4F75-96FE-A585-F36C7BC2BED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82888" y="4044497"/>
                <a:ext cx="124560" cy="59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t 13">
                <a:extLst>
                  <a:ext uri="{FF2B5EF4-FFF2-40B4-BE49-F238E27FC236}">
                    <a16:creationId xmlns:a16="http://schemas.microsoft.com/office/drawing/2014/main" id="{AD6161F8-DE22-E70E-BB83-205B9F931F58}"/>
                  </a:ext>
                </a:extLst>
              </p14:cNvPr>
              <p14:cNvContentPartPr/>
              <p14:nvPr/>
            </p14:nvContentPartPr>
            <p14:xfrm>
              <a:off x="9582208" y="4058537"/>
              <a:ext cx="592920" cy="374040"/>
            </p14:xfrm>
          </p:contentPart>
        </mc:Choice>
        <mc:Fallback xmlns="">
          <p:pic>
            <p:nvPicPr>
              <p:cNvPr id="14" name="Inkt 13">
                <a:extLst>
                  <a:ext uri="{FF2B5EF4-FFF2-40B4-BE49-F238E27FC236}">
                    <a16:creationId xmlns:a16="http://schemas.microsoft.com/office/drawing/2014/main" id="{AD6161F8-DE22-E70E-BB83-205B9F931F5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528568" y="3950537"/>
                <a:ext cx="700560" cy="5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t 14">
                <a:extLst>
                  <a:ext uri="{FF2B5EF4-FFF2-40B4-BE49-F238E27FC236}">
                    <a16:creationId xmlns:a16="http://schemas.microsoft.com/office/drawing/2014/main" id="{D51211BD-A90C-C85A-6E5E-44A3B0B3139C}"/>
                  </a:ext>
                </a:extLst>
              </p14:cNvPr>
              <p14:cNvContentPartPr/>
              <p14:nvPr/>
            </p14:nvContentPartPr>
            <p14:xfrm>
              <a:off x="10570768" y="4152137"/>
              <a:ext cx="23400" cy="529560"/>
            </p14:xfrm>
          </p:contentPart>
        </mc:Choice>
        <mc:Fallback xmlns="">
          <p:pic>
            <p:nvPicPr>
              <p:cNvPr id="15" name="Inkt 14">
                <a:extLst>
                  <a:ext uri="{FF2B5EF4-FFF2-40B4-BE49-F238E27FC236}">
                    <a16:creationId xmlns:a16="http://schemas.microsoft.com/office/drawing/2014/main" id="{D51211BD-A90C-C85A-6E5E-44A3B0B3139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516768" y="4044497"/>
                <a:ext cx="131040" cy="74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t 15">
                <a:extLst>
                  <a:ext uri="{FF2B5EF4-FFF2-40B4-BE49-F238E27FC236}">
                    <a16:creationId xmlns:a16="http://schemas.microsoft.com/office/drawing/2014/main" id="{16A49932-DE99-E61B-FC78-DDFCAB1AD3CD}"/>
                  </a:ext>
                </a:extLst>
              </p14:cNvPr>
              <p14:cNvContentPartPr/>
              <p14:nvPr/>
            </p14:nvContentPartPr>
            <p14:xfrm>
              <a:off x="8882728" y="4459937"/>
              <a:ext cx="19440" cy="226800"/>
            </p14:xfrm>
          </p:contentPart>
        </mc:Choice>
        <mc:Fallback xmlns="">
          <p:pic>
            <p:nvPicPr>
              <p:cNvPr id="16" name="Inkt 15">
                <a:extLst>
                  <a:ext uri="{FF2B5EF4-FFF2-40B4-BE49-F238E27FC236}">
                    <a16:creationId xmlns:a16="http://schemas.microsoft.com/office/drawing/2014/main" id="{16A49932-DE99-E61B-FC78-DDFCAB1AD3C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829088" y="4351937"/>
                <a:ext cx="127080" cy="44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2974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71842-21E2-3716-46B4-986AB9F42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what happens with PO's in CB.PO_OUT or CB.ACK_OUT when no request is received from OB or BB?</a:t>
            </a:r>
            <a:endParaRPr lang="fr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602A509-06DA-973E-8178-0A916F9A18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A335B75-02E6-A065-541C-F76F6291B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49" y="2519265"/>
            <a:ext cx="9417751" cy="2754693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t 6">
                <a:extLst>
                  <a:ext uri="{FF2B5EF4-FFF2-40B4-BE49-F238E27FC236}">
                    <a16:creationId xmlns:a16="http://schemas.microsoft.com/office/drawing/2014/main" id="{5D022E64-609E-F304-AD0B-04A533FAA9FA}"/>
                  </a:ext>
                </a:extLst>
              </p14:cNvPr>
              <p14:cNvContentPartPr/>
              <p14:nvPr/>
            </p14:nvContentPartPr>
            <p14:xfrm>
              <a:off x="4758568" y="3773417"/>
              <a:ext cx="827280" cy="52200"/>
            </p14:xfrm>
          </p:contentPart>
        </mc:Choice>
        <mc:Fallback xmlns="">
          <p:pic>
            <p:nvPicPr>
              <p:cNvPr id="7" name="Inkt 6">
                <a:extLst>
                  <a:ext uri="{FF2B5EF4-FFF2-40B4-BE49-F238E27FC236}">
                    <a16:creationId xmlns:a16="http://schemas.microsoft.com/office/drawing/2014/main" id="{5D022E64-609E-F304-AD0B-04A533FAA9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568" y="3665417"/>
                <a:ext cx="93492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t 9">
                <a:extLst>
                  <a:ext uri="{FF2B5EF4-FFF2-40B4-BE49-F238E27FC236}">
                    <a16:creationId xmlns:a16="http://schemas.microsoft.com/office/drawing/2014/main" id="{612D2BB4-EAF0-B49F-A274-E336F96C61F5}"/>
                  </a:ext>
                </a:extLst>
              </p14:cNvPr>
              <p14:cNvContentPartPr/>
              <p14:nvPr/>
            </p14:nvContentPartPr>
            <p14:xfrm>
              <a:off x="7893448" y="3788177"/>
              <a:ext cx="955800" cy="1090440"/>
            </p14:xfrm>
          </p:contentPart>
        </mc:Choice>
        <mc:Fallback xmlns="">
          <p:pic>
            <p:nvPicPr>
              <p:cNvPr id="10" name="Inkt 9">
                <a:extLst>
                  <a:ext uri="{FF2B5EF4-FFF2-40B4-BE49-F238E27FC236}">
                    <a16:creationId xmlns:a16="http://schemas.microsoft.com/office/drawing/2014/main" id="{612D2BB4-EAF0-B49F-A274-E336F96C61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39808" y="3680177"/>
                <a:ext cx="1063440" cy="130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7416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FE643C-AA40-DCC1-A5C7-44C8D8BA1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anchor="b">
            <a:normAutofit/>
          </a:bodyPr>
          <a:lstStyle/>
          <a:p>
            <a:r>
              <a:rPr lang="fr-FR" dirty="0" err="1"/>
              <a:t>Danku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079543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{4D52C23A-E286-42BB-AD08-FF654B60E57B}TFd3b75063-ff25-434d-b12c-efeaf07d16c3843f2ce2_win32-4817930b7c4d</Template>
  <TotalTime>0</TotalTime>
  <Words>136</Words>
  <Application>Microsoft Office PowerPoint</Application>
  <PresentationFormat>Breedbeeld</PresentationFormat>
  <Paragraphs>21</Paragraphs>
  <Slides>11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Arial</vt:lpstr>
      <vt:lpstr>Calibri</vt:lpstr>
      <vt:lpstr>Franklin Gothic Book</vt:lpstr>
      <vt:lpstr>Franklin Gothic Demi</vt:lpstr>
      <vt:lpstr>Personnalisé</vt:lpstr>
      <vt:lpstr>PingFin</vt:lpstr>
      <vt:lpstr>Content</vt:lpstr>
      <vt:lpstr>Roles</vt:lpstr>
      <vt:lpstr>Case 1: OB validation fails</vt:lpstr>
      <vt:lpstr>Case 2: internal payment, OB validation passes</vt:lpstr>
      <vt:lpstr>Case 3: external payment, OB validation passes, CB validation fails</vt:lpstr>
      <vt:lpstr>Case 4: OB &amp; CB validation pass, BB validation fails</vt:lpstr>
      <vt:lpstr>Case 5: OB, CB &amp; BB validation all pass</vt:lpstr>
      <vt:lpstr>what do we do if the OB or BB does not receive a response from the CB if its API is down?</vt:lpstr>
      <vt:lpstr>what happens with PO's in CB.PO_OUT or CB.ACK_OUT when no request is received from OB or BB?</vt:lpstr>
      <vt:lpstr>Danku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Yamine Maalmi</dc:creator>
  <cp:lastModifiedBy>Yamine Maalmi</cp:lastModifiedBy>
  <cp:revision>1</cp:revision>
  <dcterms:created xsi:type="dcterms:W3CDTF">2026-04-27T08:46:28Z</dcterms:created>
  <dcterms:modified xsi:type="dcterms:W3CDTF">2026-04-27T09:55:42Z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